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84" r:id="rId10"/>
    <p:sldId id="282" r:id="rId11"/>
    <p:sldId id="272" r:id="rId12"/>
    <p:sldId id="283" r:id="rId13"/>
    <p:sldId id="275" r:id="rId14"/>
    <p:sldId id="276" r:id="rId15"/>
    <p:sldId id="273" r:id="rId16"/>
    <p:sldId id="277" r:id="rId17"/>
    <p:sldId id="257" r:id="rId18"/>
    <p:sldId id="274" r:id="rId19"/>
    <p:sldId id="280" r:id="rId20"/>
    <p:sldId id="267" r:id="rId21"/>
    <p:sldId id="266" r:id="rId22"/>
    <p:sldId id="268" r:id="rId23"/>
    <p:sldId id="281" r:id="rId24"/>
    <p:sldId id="269" r:id="rId25"/>
    <p:sldId id="278" r:id="rId26"/>
    <p:sldId id="279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72"/>
    <a:srgbClr val="6AADE4"/>
    <a:srgbClr val="003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A93FF-FA3B-4FE6-BF6C-88BA5C33F520}" v="1087" dt="2024-11-27T12:46:3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875" autoAdjust="0"/>
  </p:normalViewPr>
  <p:slideViewPr>
    <p:cSldViewPr snapToGrid="0">
      <p:cViewPr varScale="1">
        <p:scale>
          <a:sx n="85" d="100"/>
          <a:sy n="85" d="100"/>
        </p:scale>
        <p:origin x="235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iliescu" userId="634ee0ce176b5fb8" providerId="LiveId" clId="{9B9A93FF-FA3B-4FE6-BF6C-88BA5C33F520}"/>
    <pc:docChg chg="undo custSel addSld delSld modSld sldOrd">
      <pc:chgData name="Andrei iliescu" userId="634ee0ce176b5fb8" providerId="LiveId" clId="{9B9A93FF-FA3B-4FE6-BF6C-88BA5C33F520}" dt="2024-11-27T14:24:33.635" v="6057" actId="20577"/>
      <pc:docMkLst>
        <pc:docMk/>
      </pc:docMkLst>
      <pc:sldChg chg="modNotesTx">
        <pc:chgData name="Andrei iliescu" userId="634ee0ce176b5fb8" providerId="LiveId" clId="{9B9A93FF-FA3B-4FE6-BF6C-88BA5C33F520}" dt="2024-11-27T14:24:18.501" v="6056" actId="20577"/>
        <pc:sldMkLst>
          <pc:docMk/>
          <pc:sldMk cId="0" sldId="256"/>
        </pc:sldMkLst>
      </pc:sldChg>
      <pc:sldChg chg="mod ord modShow">
        <pc:chgData name="Andrei iliescu" userId="634ee0ce176b5fb8" providerId="LiveId" clId="{9B9A93FF-FA3B-4FE6-BF6C-88BA5C33F520}" dt="2024-11-26T23:36:07.283" v="539"/>
        <pc:sldMkLst>
          <pc:docMk/>
          <pc:sldMk cId="0" sldId="257"/>
        </pc:sldMkLst>
      </pc:sldChg>
      <pc:sldChg chg="modNotesTx">
        <pc:chgData name="Andrei iliescu" userId="634ee0ce176b5fb8" providerId="LiveId" clId="{9B9A93FF-FA3B-4FE6-BF6C-88BA5C33F520}" dt="2024-11-27T14:24:13.416" v="6055" actId="20577"/>
        <pc:sldMkLst>
          <pc:docMk/>
          <pc:sldMk cId="2562172790" sldId="258"/>
        </pc:sldMkLst>
      </pc:sldChg>
      <pc:sldChg chg="addSp delSp modSp modNotesTx">
        <pc:chgData name="Andrei iliescu" userId="634ee0ce176b5fb8" providerId="LiveId" clId="{9B9A93FF-FA3B-4FE6-BF6C-88BA5C33F520}" dt="2024-11-27T13:07:12.144" v="5790" actId="20577"/>
        <pc:sldMkLst>
          <pc:docMk/>
          <pc:sldMk cId="199325582" sldId="259"/>
        </pc:sldMkLst>
        <pc:spChg chg="add del mod">
          <ac:chgData name="Andrei iliescu" userId="634ee0ce176b5fb8" providerId="LiveId" clId="{9B9A93FF-FA3B-4FE6-BF6C-88BA5C33F520}" dt="2024-11-26T19:45:56.872" v="11" actId="931"/>
          <ac:spMkLst>
            <pc:docMk/>
            <pc:sldMk cId="199325582" sldId="259"/>
            <ac:spMk id="2" creationId="{3F42AF3A-91AE-4FB1-8DEC-E5EAB34EDEBD}"/>
          </ac:spMkLst>
        </pc:spChg>
        <pc:picChg chg="del">
          <ac:chgData name="Andrei iliescu" userId="634ee0ce176b5fb8" providerId="LiveId" clId="{9B9A93FF-FA3B-4FE6-BF6C-88BA5C33F520}" dt="2024-11-26T19:45:29.590" v="10" actId="478"/>
          <ac:picMkLst>
            <pc:docMk/>
            <pc:sldMk cId="199325582" sldId="259"/>
            <ac:picMk id="4" creationId="{50285330-0A3E-9DF5-ABBC-1F45D1B5F3DB}"/>
          </ac:picMkLst>
        </pc:picChg>
        <pc:picChg chg="add mod">
          <ac:chgData name="Andrei iliescu" userId="634ee0ce176b5fb8" providerId="LiveId" clId="{9B9A93FF-FA3B-4FE6-BF6C-88BA5C33F520}" dt="2024-11-26T19:45:59.278" v="13" actId="962"/>
          <ac:picMkLst>
            <pc:docMk/>
            <pc:sldMk cId="199325582" sldId="259"/>
            <ac:picMk id="5" creationId="{5B9BC048-C2A8-6052-7835-7E5A82A63D83}"/>
          </ac:picMkLst>
        </pc:picChg>
      </pc:sldChg>
      <pc:sldChg chg="modSp mod">
        <pc:chgData name="Andrei iliescu" userId="634ee0ce176b5fb8" providerId="LiveId" clId="{9B9A93FF-FA3B-4FE6-BF6C-88BA5C33F520}" dt="2024-11-26T23:37:41.277" v="653" actId="207"/>
        <pc:sldMkLst>
          <pc:docMk/>
          <pc:sldMk cId="3911431196" sldId="260"/>
        </pc:sldMkLst>
        <pc:spChg chg="mod">
          <ac:chgData name="Andrei iliescu" userId="634ee0ce176b5fb8" providerId="LiveId" clId="{9B9A93FF-FA3B-4FE6-BF6C-88BA5C33F520}" dt="2024-11-26T23:37:41.277" v="653" actId="207"/>
          <ac:spMkLst>
            <pc:docMk/>
            <pc:sldMk cId="3911431196" sldId="260"/>
            <ac:spMk id="5" creationId="{A022B7F9-7045-50FF-8013-16480B62431B}"/>
          </ac:spMkLst>
        </pc:spChg>
      </pc:sldChg>
      <pc:sldChg chg="modSp mod">
        <pc:chgData name="Andrei iliescu" userId="634ee0ce176b5fb8" providerId="LiveId" clId="{9B9A93FF-FA3B-4FE6-BF6C-88BA5C33F520}" dt="2024-11-27T13:53:51.883" v="5824" actId="114"/>
        <pc:sldMkLst>
          <pc:docMk/>
          <pc:sldMk cId="3634953671" sldId="261"/>
        </pc:sldMkLst>
        <pc:spChg chg="mod">
          <ac:chgData name="Andrei iliescu" userId="634ee0ce176b5fb8" providerId="LiveId" clId="{9B9A93FF-FA3B-4FE6-BF6C-88BA5C33F520}" dt="2024-11-27T13:53:51.883" v="5824" actId="114"/>
          <ac:spMkLst>
            <pc:docMk/>
            <pc:sldMk cId="3634953671" sldId="261"/>
            <ac:spMk id="4099" creationId="{15D94780-7E2C-8132-44A4-40EBB3C6C996}"/>
          </ac:spMkLst>
        </pc:spChg>
      </pc:sldChg>
      <pc:sldChg chg="modSp mod modNotesTx">
        <pc:chgData name="Andrei iliescu" userId="634ee0ce176b5fb8" providerId="LiveId" clId="{9B9A93FF-FA3B-4FE6-BF6C-88BA5C33F520}" dt="2024-11-27T14:24:33.635" v="6057" actId="20577"/>
        <pc:sldMkLst>
          <pc:docMk/>
          <pc:sldMk cId="2464704595" sldId="263"/>
        </pc:sldMkLst>
        <pc:spChg chg="mod">
          <ac:chgData name="Andrei iliescu" userId="634ee0ce176b5fb8" providerId="LiveId" clId="{9B9A93FF-FA3B-4FE6-BF6C-88BA5C33F520}" dt="2024-11-25T22:24:13.360" v="8" actId="20577"/>
          <ac:spMkLst>
            <pc:docMk/>
            <pc:sldMk cId="2464704595" sldId="263"/>
            <ac:spMk id="4098" creationId="{ABE1486B-8B11-F6D9-A278-A60AA4B8BC23}"/>
          </ac:spMkLst>
        </pc:spChg>
        <pc:spChg chg="mod">
          <ac:chgData name="Andrei iliescu" userId="634ee0ce176b5fb8" providerId="LiveId" clId="{9B9A93FF-FA3B-4FE6-BF6C-88BA5C33F520}" dt="2024-11-26T23:37:31.365" v="652" actId="207"/>
          <ac:spMkLst>
            <pc:docMk/>
            <pc:sldMk cId="2464704595" sldId="263"/>
            <ac:spMk id="4099" creationId="{0B7D3434-B851-5E09-0BC9-D1AC5BD1A864}"/>
          </ac:spMkLst>
        </pc:spChg>
      </pc:sldChg>
      <pc:sldChg chg="modNotesTx">
        <pc:chgData name="Andrei iliescu" userId="634ee0ce176b5fb8" providerId="LiveId" clId="{9B9A93FF-FA3B-4FE6-BF6C-88BA5C33F520}" dt="2024-11-27T13:06:01.385" v="5626" actId="20577"/>
        <pc:sldMkLst>
          <pc:docMk/>
          <pc:sldMk cId="75328424" sldId="264"/>
        </pc:sldMkLst>
      </pc:sldChg>
      <pc:sldChg chg="del">
        <pc:chgData name="Andrei iliescu" userId="634ee0ce176b5fb8" providerId="LiveId" clId="{9B9A93FF-FA3B-4FE6-BF6C-88BA5C33F520}" dt="2024-11-25T22:24:30.939" v="9" actId="2696"/>
        <pc:sldMkLst>
          <pc:docMk/>
          <pc:sldMk cId="232307505" sldId="265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1697403615" sldId="266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2749594865" sldId="267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2765268069" sldId="268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3209762134" sldId="269"/>
        </pc:sldMkLst>
      </pc:sldChg>
      <pc:sldChg chg="addSp delSp modSp mod modNotesTx">
        <pc:chgData name="Andrei iliescu" userId="634ee0ce176b5fb8" providerId="LiveId" clId="{9B9A93FF-FA3B-4FE6-BF6C-88BA5C33F520}" dt="2024-11-27T12:56:48.991" v="3901" actId="20577"/>
        <pc:sldMkLst>
          <pc:docMk/>
          <pc:sldMk cId="2360698620" sldId="272"/>
        </pc:sldMkLst>
        <pc:spChg chg="add del mod">
          <ac:chgData name="Andrei iliescu" userId="634ee0ce176b5fb8" providerId="LiveId" clId="{9B9A93FF-FA3B-4FE6-BF6C-88BA5C33F520}" dt="2024-11-27T12:45:19.548" v="2200" actId="931"/>
          <ac:spMkLst>
            <pc:docMk/>
            <pc:sldMk cId="2360698620" sldId="272"/>
            <ac:spMk id="2" creationId="{A0E5E98E-48D9-4889-B47C-65CF7F842D01}"/>
          </ac:spMkLst>
        </pc:spChg>
        <pc:spChg chg="add del mod">
          <ac:chgData name="Andrei iliescu" userId="634ee0ce176b5fb8" providerId="LiveId" clId="{9B9A93FF-FA3B-4FE6-BF6C-88BA5C33F520}" dt="2024-11-27T12:46:36.267" v="2204" actId="931"/>
          <ac:spMkLst>
            <pc:docMk/>
            <pc:sldMk cId="2360698620" sldId="272"/>
            <ac:spMk id="6" creationId="{6AB2DD14-9DC9-E99A-C610-871E654EF0B7}"/>
          </ac:spMkLst>
        </pc:spChg>
        <pc:spChg chg="mod">
          <ac:chgData name="Andrei iliescu" userId="634ee0ce176b5fb8" providerId="LiveId" clId="{9B9A93FF-FA3B-4FE6-BF6C-88BA5C33F520}" dt="2024-11-26T22:51:12.552" v="288" actId="20577"/>
          <ac:spMkLst>
            <pc:docMk/>
            <pc:sldMk cId="2360698620" sldId="272"/>
            <ac:spMk id="4098" creationId="{CDDE8841-2F4F-7A1A-428E-1AC986B82A6C}"/>
          </ac:spMkLst>
        </pc:spChg>
        <pc:picChg chg="del">
          <ac:chgData name="Andrei iliescu" userId="634ee0ce176b5fb8" providerId="LiveId" clId="{9B9A93FF-FA3B-4FE6-BF6C-88BA5C33F520}" dt="2024-11-27T12:44:57.022" v="2199" actId="478"/>
          <ac:picMkLst>
            <pc:docMk/>
            <pc:sldMk cId="2360698620" sldId="272"/>
            <ac:picMk id="4" creationId="{147747E3-CEC2-CE33-6499-A9B28F04EAFE}"/>
          </ac:picMkLst>
        </pc:picChg>
        <pc:picChg chg="add del mod">
          <ac:chgData name="Andrei iliescu" userId="634ee0ce176b5fb8" providerId="LiveId" clId="{9B9A93FF-FA3B-4FE6-BF6C-88BA5C33F520}" dt="2024-11-27T12:46:29.262" v="2203" actId="478"/>
          <ac:picMkLst>
            <pc:docMk/>
            <pc:sldMk cId="2360698620" sldId="272"/>
            <ac:picMk id="5" creationId="{11491C66-03FF-0C1D-6D43-D995F755AE6A}"/>
          </ac:picMkLst>
        </pc:picChg>
        <pc:picChg chg="add mod">
          <ac:chgData name="Andrei iliescu" userId="634ee0ce176b5fb8" providerId="LiveId" clId="{9B9A93FF-FA3B-4FE6-BF6C-88BA5C33F520}" dt="2024-11-27T12:46:37.765" v="2206" actId="962"/>
          <ac:picMkLst>
            <pc:docMk/>
            <pc:sldMk cId="2360698620" sldId="272"/>
            <ac:picMk id="8" creationId="{5C04ABB3-8807-2863-CDE5-10F482902592}"/>
          </ac:picMkLst>
        </pc:picChg>
      </pc:sldChg>
      <pc:sldChg chg="modSp mod">
        <pc:chgData name="Andrei iliescu" userId="634ee0ce176b5fb8" providerId="LiveId" clId="{9B9A93FF-FA3B-4FE6-BF6C-88BA5C33F520}" dt="2024-11-27T13:05:36.269" v="5618" actId="20577"/>
        <pc:sldMkLst>
          <pc:docMk/>
          <pc:sldMk cId="1865619638" sldId="273"/>
        </pc:sldMkLst>
        <pc:spChg chg="mod">
          <ac:chgData name="Andrei iliescu" userId="634ee0ce176b5fb8" providerId="LiveId" clId="{9B9A93FF-FA3B-4FE6-BF6C-88BA5C33F520}" dt="2024-11-27T13:05:36.269" v="5618" actId="20577"/>
          <ac:spMkLst>
            <pc:docMk/>
            <pc:sldMk cId="1865619638" sldId="273"/>
            <ac:spMk id="4099" creationId="{42BB8110-7D2A-B0C6-FA45-44F2CB204E4E}"/>
          </ac:spMkLst>
        </pc:spChg>
      </pc:sldChg>
      <pc:sldChg chg="addSp delSp modSp mod modNotesTx">
        <pc:chgData name="Andrei iliescu" userId="634ee0ce176b5fb8" providerId="LiveId" clId="{9B9A93FF-FA3B-4FE6-BF6C-88BA5C33F520}" dt="2024-11-27T13:02:52.658" v="5180" actId="20577"/>
        <pc:sldMkLst>
          <pc:docMk/>
          <pc:sldMk cId="1887434275" sldId="275"/>
        </pc:sldMkLst>
        <pc:spChg chg="add del mod">
          <ac:chgData name="Andrei iliescu" userId="634ee0ce176b5fb8" providerId="LiveId" clId="{9B9A93FF-FA3B-4FE6-BF6C-88BA5C33F520}" dt="2024-11-26T22:28:49.446" v="15" actId="931"/>
          <ac:spMkLst>
            <pc:docMk/>
            <pc:sldMk cId="1887434275" sldId="275"/>
            <ac:spMk id="2" creationId="{3097CC17-D7C4-BDAD-C305-151DF8264841}"/>
          </ac:spMkLst>
        </pc:spChg>
        <pc:spChg chg="mod">
          <ac:chgData name="Andrei iliescu" userId="634ee0ce176b5fb8" providerId="LiveId" clId="{9B9A93FF-FA3B-4FE6-BF6C-88BA5C33F520}" dt="2024-11-26T22:50:50.283" v="258" actId="20577"/>
          <ac:spMkLst>
            <pc:docMk/>
            <pc:sldMk cId="1887434275" sldId="275"/>
            <ac:spMk id="4098" creationId="{18696859-2F23-07FB-A056-76CBBD8CC938}"/>
          </ac:spMkLst>
        </pc:spChg>
        <pc:picChg chg="del">
          <ac:chgData name="Andrei iliescu" userId="634ee0ce176b5fb8" providerId="LiveId" clId="{9B9A93FF-FA3B-4FE6-BF6C-88BA5C33F520}" dt="2024-11-26T22:28:41.572" v="14" actId="478"/>
          <ac:picMkLst>
            <pc:docMk/>
            <pc:sldMk cId="1887434275" sldId="275"/>
            <ac:picMk id="4" creationId="{E99831BA-5BBB-8ACD-BED3-DC4C890D2099}"/>
          </ac:picMkLst>
        </pc:picChg>
        <pc:picChg chg="add mod">
          <ac:chgData name="Andrei iliescu" userId="634ee0ce176b5fb8" providerId="LiveId" clId="{9B9A93FF-FA3B-4FE6-BF6C-88BA5C33F520}" dt="2024-11-26T22:28:50.648" v="17" actId="962"/>
          <ac:picMkLst>
            <pc:docMk/>
            <pc:sldMk cId="1887434275" sldId="275"/>
            <ac:picMk id="5" creationId="{BFEBD567-A729-C1DB-1B64-6E23F3C466FB}"/>
          </ac:picMkLst>
        </pc:picChg>
      </pc:sldChg>
      <pc:sldChg chg="modSp mod modNotesTx">
        <pc:chgData name="Andrei iliescu" userId="634ee0ce176b5fb8" providerId="LiveId" clId="{9B9A93FF-FA3B-4FE6-BF6C-88BA5C33F520}" dt="2024-11-27T13:05:06.372" v="5560" actId="20577"/>
        <pc:sldMkLst>
          <pc:docMk/>
          <pc:sldMk cId="1215032179" sldId="276"/>
        </pc:sldMkLst>
        <pc:spChg chg="mod">
          <ac:chgData name="Andrei iliescu" userId="634ee0ce176b5fb8" providerId="LiveId" clId="{9B9A93FF-FA3B-4FE6-BF6C-88BA5C33F520}" dt="2024-11-26T22:50:15.865" v="237" actId="20577"/>
          <ac:spMkLst>
            <pc:docMk/>
            <pc:sldMk cId="1215032179" sldId="276"/>
            <ac:spMk id="4098" creationId="{06FBE794-C738-6237-10D6-510912FB1147}"/>
          </ac:spMkLst>
        </pc:spChg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1032313096" sldId="278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201798569" sldId="279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3850129543" sldId="280"/>
        </pc:sldMkLst>
      </pc:sldChg>
      <pc:sldChg chg="mod ord modShow">
        <pc:chgData name="Andrei iliescu" userId="634ee0ce176b5fb8" providerId="LiveId" clId="{9B9A93FF-FA3B-4FE6-BF6C-88BA5C33F520}" dt="2024-11-26T23:35:39.023" v="532"/>
        <pc:sldMkLst>
          <pc:docMk/>
          <pc:sldMk cId="4254129918" sldId="281"/>
        </pc:sldMkLst>
      </pc:sldChg>
      <pc:sldChg chg="modSp mod modNotesTx">
        <pc:chgData name="Andrei iliescu" userId="634ee0ce176b5fb8" providerId="LiveId" clId="{9B9A93FF-FA3B-4FE6-BF6C-88BA5C33F520}" dt="2024-11-27T12:41:45.875" v="2042" actId="20577"/>
        <pc:sldMkLst>
          <pc:docMk/>
          <pc:sldMk cId="1549086014" sldId="282"/>
        </pc:sldMkLst>
        <pc:spChg chg="mod">
          <ac:chgData name="Andrei iliescu" userId="634ee0ce176b5fb8" providerId="LiveId" clId="{9B9A93FF-FA3B-4FE6-BF6C-88BA5C33F520}" dt="2024-11-27T12:41:45.875" v="2042" actId="20577"/>
          <ac:spMkLst>
            <pc:docMk/>
            <pc:sldMk cId="1549086014" sldId="282"/>
            <ac:spMk id="2" creationId="{B96799C6-4591-C569-08F4-5DD9DBCA97BB}"/>
          </ac:spMkLst>
        </pc:spChg>
      </pc:sldChg>
      <pc:sldChg chg="addSp delSp modSp add mod modNotesTx">
        <pc:chgData name="Andrei iliescu" userId="634ee0ce176b5fb8" providerId="LiveId" clId="{9B9A93FF-FA3B-4FE6-BF6C-88BA5C33F520}" dt="2024-11-27T12:58:02.970" v="4048" actId="20577"/>
        <pc:sldMkLst>
          <pc:docMk/>
          <pc:sldMk cId="3395565998" sldId="283"/>
        </pc:sldMkLst>
        <pc:spChg chg="add del mod">
          <ac:chgData name="Andrei iliescu" userId="634ee0ce176b5fb8" providerId="LiveId" clId="{9B9A93FF-FA3B-4FE6-BF6C-88BA5C33F520}" dt="2024-11-26T22:48:07.191" v="23" actId="931"/>
          <ac:spMkLst>
            <pc:docMk/>
            <pc:sldMk cId="3395565998" sldId="283"/>
            <ac:spMk id="2" creationId="{8EE896BD-361A-B8FB-46BC-6EF994741224}"/>
          </ac:spMkLst>
        </pc:spChg>
        <pc:spChg chg="mod">
          <ac:chgData name="Andrei iliescu" userId="634ee0ce176b5fb8" providerId="LiveId" clId="{9B9A93FF-FA3B-4FE6-BF6C-88BA5C33F520}" dt="2024-11-26T22:50:42.899" v="256" actId="20577"/>
          <ac:spMkLst>
            <pc:docMk/>
            <pc:sldMk cId="3395565998" sldId="283"/>
            <ac:spMk id="4098" creationId="{E8612B80-251C-5007-64A1-A7A039EA98B8}"/>
          </ac:spMkLst>
        </pc:spChg>
        <pc:picChg chg="del">
          <ac:chgData name="Andrei iliescu" userId="634ee0ce176b5fb8" providerId="LiveId" clId="{9B9A93FF-FA3B-4FE6-BF6C-88BA5C33F520}" dt="2024-11-26T22:42:57.483" v="22" actId="478"/>
          <ac:picMkLst>
            <pc:docMk/>
            <pc:sldMk cId="3395565998" sldId="283"/>
            <ac:picMk id="4" creationId="{34B95AF3-D7A8-630A-5D9B-A48A8C248653}"/>
          </ac:picMkLst>
        </pc:picChg>
        <pc:picChg chg="add mod">
          <ac:chgData name="Andrei iliescu" userId="634ee0ce176b5fb8" providerId="LiveId" clId="{9B9A93FF-FA3B-4FE6-BF6C-88BA5C33F520}" dt="2024-11-26T22:48:08.584" v="25" actId="962"/>
          <ac:picMkLst>
            <pc:docMk/>
            <pc:sldMk cId="3395565998" sldId="283"/>
            <ac:picMk id="5" creationId="{0A5987B4-FBC7-0502-7797-F4ECC805CDB6}"/>
          </ac:picMkLst>
        </pc:picChg>
      </pc:sldChg>
      <pc:sldChg chg="addSp delSp modSp add mod modNotesTx">
        <pc:chgData name="Andrei iliescu" userId="634ee0ce176b5fb8" providerId="LiveId" clId="{9B9A93FF-FA3B-4FE6-BF6C-88BA5C33F520}" dt="2024-11-27T13:54:32.605" v="5848" actId="20577"/>
        <pc:sldMkLst>
          <pc:docMk/>
          <pc:sldMk cId="415023955" sldId="284"/>
        </pc:sldMkLst>
        <pc:spChg chg="add del mod">
          <ac:chgData name="Andrei iliescu" userId="634ee0ce176b5fb8" providerId="LiveId" clId="{9B9A93FF-FA3B-4FE6-BF6C-88BA5C33F520}" dt="2024-11-26T23:34:48.999" v="527" actId="931"/>
          <ac:spMkLst>
            <pc:docMk/>
            <pc:sldMk cId="415023955" sldId="284"/>
            <ac:spMk id="2" creationId="{49953237-9187-C203-51C3-F957B82C8B63}"/>
          </ac:spMkLst>
        </pc:spChg>
        <pc:spChg chg="add mod">
          <ac:chgData name="Andrei iliescu" userId="634ee0ce176b5fb8" providerId="LiveId" clId="{9B9A93FF-FA3B-4FE6-BF6C-88BA5C33F520}" dt="2024-11-27T13:54:13.875" v="5840" actId="20577"/>
          <ac:spMkLst>
            <pc:docMk/>
            <pc:sldMk cId="415023955" sldId="284"/>
            <ac:spMk id="6" creationId="{4B9DC086-B34B-0D6F-6C32-40F1398C1E91}"/>
          </ac:spMkLst>
        </pc:spChg>
        <pc:spChg chg="add mod">
          <ac:chgData name="Andrei iliescu" userId="634ee0ce176b5fb8" providerId="LiveId" clId="{9B9A93FF-FA3B-4FE6-BF6C-88BA5C33F520}" dt="2024-11-27T12:38:28.063" v="1797" actId="207"/>
          <ac:spMkLst>
            <pc:docMk/>
            <pc:sldMk cId="415023955" sldId="284"/>
            <ac:spMk id="7" creationId="{6FA14D35-CFAE-B645-A0B4-B2AEDAAD19A6}"/>
          </ac:spMkLst>
        </pc:spChg>
        <pc:spChg chg="add mod">
          <ac:chgData name="Andrei iliescu" userId="634ee0ce176b5fb8" providerId="LiveId" clId="{9B9A93FF-FA3B-4FE6-BF6C-88BA5C33F520}" dt="2024-11-26T23:50:11.768" v="1079" actId="1076"/>
          <ac:spMkLst>
            <pc:docMk/>
            <pc:sldMk cId="415023955" sldId="284"/>
            <ac:spMk id="8" creationId="{250E64DA-D6D3-3286-8F2C-E0EC93903BCF}"/>
          </ac:spMkLst>
        </pc:spChg>
        <pc:spChg chg="add mod">
          <ac:chgData name="Andrei iliescu" userId="634ee0ce176b5fb8" providerId="LiveId" clId="{9B9A93FF-FA3B-4FE6-BF6C-88BA5C33F520}" dt="2024-11-26T23:50:11.768" v="1079" actId="1076"/>
          <ac:spMkLst>
            <pc:docMk/>
            <pc:sldMk cId="415023955" sldId="284"/>
            <ac:spMk id="9" creationId="{704D769C-FB19-868C-8876-6747C09F8F24}"/>
          </ac:spMkLst>
        </pc:spChg>
        <pc:spChg chg="add mod">
          <ac:chgData name="Andrei iliescu" userId="634ee0ce176b5fb8" providerId="LiveId" clId="{9B9A93FF-FA3B-4FE6-BF6C-88BA5C33F520}" dt="2024-11-27T13:54:32.605" v="5848" actId="20577"/>
          <ac:spMkLst>
            <pc:docMk/>
            <pc:sldMk cId="415023955" sldId="284"/>
            <ac:spMk id="10" creationId="{61228641-1DBC-E41E-3BC0-D9D7E39F5F28}"/>
          </ac:spMkLst>
        </pc:spChg>
        <pc:spChg chg="add mod">
          <ac:chgData name="Andrei iliescu" userId="634ee0ce176b5fb8" providerId="LiveId" clId="{9B9A93FF-FA3B-4FE6-BF6C-88BA5C33F520}" dt="2024-11-26T23:50:11.768" v="1079" actId="1076"/>
          <ac:spMkLst>
            <pc:docMk/>
            <pc:sldMk cId="415023955" sldId="284"/>
            <ac:spMk id="11" creationId="{79A272AA-CA07-FEF7-017E-17A540D7C1AC}"/>
          </ac:spMkLst>
        </pc:spChg>
        <pc:spChg chg="mod">
          <ac:chgData name="Andrei iliescu" userId="634ee0ce176b5fb8" providerId="LiveId" clId="{9B9A93FF-FA3B-4FE6-BF6C-88BA5C33F520}" dt="2024-11-26T23:45:40.865" v="961" actId="20577"/>
          <ac:spMkLst>
            <pc:docMk/>
            <pc:sldMk cId="415023955" sldId="284"/>
            <ac:spMk id="4098" creationId="{64137D88-3B58-E8F6-FEBE-8EF5044A2F65}"/>
          </ac:spMkLst>
        </pc:spChg>
        <pc:picChg chg="add del mod">
          <ac:chgData name="Andrei iliescu" userId="634ee0ce176b5fb8" providerId="LiveId" clId="{9B9A93FF-FA3B-4FE6-BF6C-88BA5C33F520}" dt="2024-11-27T12:36:03.472" v="1785" actId="478"/>
          <ac:picMkLst>
            <pc:docMk/>
            <pc:sldMk cId="415023955" sldId="284"/>
            <ac:picMk id="3" creationId="{E841CBC3-8EC6-8FB3-03EC-9112EA577539}"/>
          </ac:picMkLst>
        </pc:picChg>
        <pc:picChg chg="del">
          <ac:chgData name="Andrei iliescu" userId="634ee0ce176b5fb8" providerId="LiveId" clId="{9B9A93FF-FA3B-4FE6-BF6C-88BA5C33F520}" dt="2024-11-26T23:34:24.448" v="526" actId="478"/>
          <ac:picMkLst>
            <pc:docMk/>
            <pc:sldMk cId="415023955" sldId="284"/>
            <ac:picMk id="4" creationId="{89CE7E7C-2919-654A-ACC5-4D086EB9E542}"/>
          </ac:picMkLst>
        </pc:picChg>
        <pc:picChg chg="add mod">
          <ac:chgData name="Andrei iliescu" userId="634ee0ce176b5fb8" providerId="LiveId" clId="{9B9A93FF-FA3B-4FE6-BF6C-88BA5C33F520}" dt="2024-11-26T23:50:11.768" v="1079" actId="1076"/>
          <ac:picMkLst>
            <pc:docMk/>
            <pc:sldMk cId="415023955" sldId="284"/>
            <ac:picMk id="5" creationId="{A0FF7575-1B8C-73B4-BFA6-7D22FB6BB846}"/>
          </ac:picMkLst>
        </pc:picChg>
      </pc:sldChg>
    </pc:docChg>
  </pc:docChgLst>
  <pc:docChgLst>
    <pc:chgData name="Andrei iliescu" userId="634ee0ce176b5fb8" providerId="LiveId" clId="{C001E829-E57B-304A-9309-669EB93254E4}"/>
    <pc:docChg chg="undo custSel addSld delSld modSld sldOrd">
      <pc:chgData name="Andrei iliescu" userId="634ee0ce176b5fb8" providerId="LiveId" clId="{C001E829-E57B-304A-9309-669EB93254E4}" dt="2024-11-26T11:50:43.592" v="5397" actId="20577"/>
      <pc:docMkLst>
        <pc:docMk/>
      </pc:docMkLst>
      <pc:sldChg chg="addSp delSp modSp mod">
        <pc:chgData name="Andrei iliescu" userId="634ee0ce176b5fb8" providerId="LiveId" clId="{C001E829-E57B-304A-9309-669EB93254E4}" dt="2024-11-25T15:26:14.770" v="152" actId="2711"/>
        <pc:sldMkLst>
          <pc:docMk/>
          <pc:sldMk cId="0" sldId="256"/>
        </pc:sldMkLst>
        <pc:spChg chg="add del mod">
          <ac:chgData name="Andrei iliescu" userId="634ee0ce176b5fb8" providerId="LiveId" clId="{C001E829-E57B-304A-9309-669EB93254E4}" dt="2024-11-25T15:21:36.879" v="129"/>
          <ac:spMkLst>
            <pc:docMk/>
            <pc:sldMk cId="0" sldId="256"/>
            <ac:spMk id="2" creationId="{B850A21F-0158-C6BE-954D-8B6BEA883A36}"/>
          </ac:spMkLst>
        </pc:spChg>
        <pc:spChg chg="mod">
          <ac:chgData name="Andrei iliescu" userId="634ee0ce176b5fb8" providerId="LiveId" clId="{C001E829-E57B-304A-9309-669EB93254E4}" dt="2024-11-25T15:25:57.808" v="151" actId="2711"/>
          <ac:spMkLst>
            <pc:docMk/>
            <pc:sldMk cId="0" sldId="256"/>
            <ac:spMk id="3074" creationId="{F7415F0D-5CE4-4FEC-AEE3-DA8FE2AE2C8F}"/>
          </ac:spMkLst>
        </pc:spChg>
        <pc:spChg chg="mod">
          <ac:chgData name="Andrei iliescu" userId="634ee0ce176b5fb8" providerId="LiveId" clId="{C001E829-E57B-304A-9309-669EB93254E4}" dt="2024-11-25T15:25:42.772" v="150" actId="2711"/>
          <ac:spMkLst>
            <pc:docMk/>
            <pc:sldMk cId="0" sldId="256"/>
            <ac:spMk id="3075" creationId="{FC013F40-5340-492C-ABA7-CB05D29489E8}"/>
          </ac:spMkLst>
        </pc:spChg>
        <pc:spChg chg="mod">
          <ac:chgData name="Andrei iliescu" userId="634ee0ce176b5fb8" providerId="LiveId" clId="{C001E829-E57B-304A-9309-669EB93254E4}" dt="2024-11-25T15:26:14.770" v="152" actId="2711"/>
          <ac:spMkLst>
            <pc:docMk/>
            <pc:sldMk cId="0" sldId="256"/>
            <ac:spMk id="3076" creationId="{B13D353B-4EE6-45FB-850E-FA83841DBAC4}"/>
          </ac:spMkLst>
        </pc:spChg>
      </pc:sldChg>
      <pc:sldChg chg="addSp delSp modSp mod modNotesTx">
        <pc:chgData name="Andrei iliescu" userId="634ee0ce176b5fb8" providerId="LiveId" clId="{C001E829-E57B-304A-9309-669EB93254E4}" dt="2024-11-26T10:41:24.175" v="3435" actId="20577"/>
        <pc:sldMkLst>
          <pc:docMk/>
          <pc:sldMk cId="0" sldId="257"/>
        </pc:sldMkLst>
        <pc:spChg chg="add mod">
          <ac:chgData name="Andrei iliescu" userId="634ee0ce176b5fb8" providerId="LiveId" clId="{C001E829-E57B-304A-9309-669EB93254E4}" dt="2024-11-25T16:07:49.745" v="592" actId="1076"/>
          <ac:spMkLst>
            <pc:docMk/>
            <pc:sldMk cId="0" sldId="257"/>
            <ac:spMk id="8" creationId="{96FA3C11-B9CA-9811-594B-371809534090}"/>
          </ac:spMkLst>
        </pc:spChg>
        <pc:spChg chg="add mod">
          <ac:chgData name="Andrei iliescu" userId="634ee0ce176b5fb8" providerId="LiveId" clId="{C001E829-E57B-304A-9309-669EB93254E4}" dt="2024-11-25T16:07:49.745" v="592" actId="1076"/>
          <ac:spMkLst>
            <pc:docMk/>
            <pc:sldMk cId="0" sldId="257"/>
            <ac:spMk id="11" creationId="{0478C8C0-6A7D-CA04-72E9-43E14301C21A}"/>
          </ac:spMkLst>
        </pc:spChg>
        <pc:spChg chg="add mod">
          <ac:chgData name="Andrei iliescu" userId="634ee0ce176b5fb8" providerId="LiveId" clId="{C001E829-E57B-304A-9309-669EB93254E4}" dt="2024-11-25T16:07:49.745" v="592" actId="1076"/>
          <ac:spMkLst>
            <pc:docMk/>
            <pc:sldMk cId="0" sldId="257"/>
            <ac:spMk id="12" creationId="{D6386A12-F997-603D-7B1D-968DAD3C7258}"/>
          </ac:spMkLst>
        </pc:spChg>
        <pc:spChg chg="add mod">
          <ac:chgData name="Andrei iliescu" userId="634ee0ce176b5fb8" providerId="LiveId" clId="{C001E829-E57B-304A-9309-669EB93254E4}" dt="2024-11-25T21:08:37.957" v="983" actId="255"/>
          <ac:spMkLst>
            <pc:docMk/>
            <pc:sldMk cId="0" sldId="257"/>
            <ac:spMk id="13" creationId="{6DFDBEF4-725F-5F35-4941-64EDF63BD070}"/>
          </ac:spMkLst>
        </pc:spChg>
        <pc:spChg chg="add mod">
          <ac:chgData name="Andrei iliescu" userId="634ee0ce176b5fb8" providerId="LiveId" clId="{C001E829-E57B-304A-9309-669EB93254E4}" dt="2024-11-25T21:08:45.084" v="984" actId="255"/>
          <ac:spMkLst>
            <pc:docMk/>
            <pc:sldMk cId="0" sldId="257"/>
            <ac:spMk id="14" creationId="{C5A6A943-6914-F82A-9357-257314296CDB}"/>
          </ac:spMkLst>
        </pc:spChg>
        <pc:spChg chg="mod">
          <ac:chgData name="Andrei iliescu" userId="634ee0ce176b5fb8" providerId="LiveId" clId="{C001E829-E57B-304A-9309-669EB93254E4}" dt="2024-11-25T16:17:18.672" v="773" actId="20577"/>
          <ac:spMkLst>
            <pc:docMk/>
            <pc:sldMk cId="0" sldId="257"/>
            <ac:spMk id="4098" creationId="{BB2DE326-59F2-4945-9535-0AF48B41A394}"/>
          </ac:spMkLst>
        </pc:spChg>
        <pc:spChg chg="mod">
          <ac:chgData name="Andrei iliescu" userId="634ee0ce176b5fb8" providerId="LiveId" clId="{C001E829-E57B-304A-9309-669EB93254E4}" dt="2024-11-25T16:06:43.327" v="586" actId="1076"/>
          <ac:spMkLst>
            <pc:docMk/>
            <pc:sldMk cId="0" sldId="257"/>
            <ac:spMk id="4099" creationId="{A869C384-EAEC-447D-BE1A-AEAD569499E4}"/>
          </ac:spMkLst>
        </pc:spChg>
        <pc:picChg chg="add mod">
          <ac:chgData name="Andrei iliescu" userId="634ee0ce176b5fb8" providerId="LiveId" clId="{C001E829-E57B-304A-9309-669EB93254E4}" dt="2024-11-25T16:06:53.079" v="587" actId="1076"/>
          <ac:picMkLst>
            <pc:docMk/>
            <pc:sldMk cId="0" sldId="257"/>
            <ac:picMk id="3" creationId="{D17A2F9D-AE92-439E-4AD6-46DD96FEE0FB}"/>
          </ac:picMkLst>
        </pc:picChg>
        <pc:picChg chg="add mod">
          <ac:chgData name="Andrei iliescu" userId="634ee0ce176b5fb8" providerId="LiveId" clId="{C001E829-E57B-304A-9309-669EB93254E4}" dt="2024-11-25T16:07:49.745" v="592" actId="1076"/>
          <ac:picMkLst>
            <pc:docMk/>
            <pc:sldMk cId="0" sldId="257"/>
            <ac:picMk id="5" creationId="{8E1AA788-DA78-34AF-8A2A-D0C1B63C0530}"/>
          </ac:picMkLst>
        </pc:picChg>
        <pc:picChg chg="add mod">
          <ac:chgData name="Andrei iliescu" userId="634ee0ce176b5fb8" providerId="LiveId" clId="{C001E829-E57B-304A-9309-669EB93254E4}" dt="2024-11-25T16:07:49.745" v="592" actId="1076"/>
          <ac:picMkLst>
            <pc:docMk/>
            <pc:sldMk cId="0" sldId="257"/>
            <ac:picMk id="10" creationId="{6DCB800E-348F-73E4-C3E9-FB3913256B38}"/>
          </ac:picMkLst>
        </pc:picChg>
        <pc:cxnChg chg="add del mod">
          <ac:chgData name="Andrei iliescu" userId="634ee0ce176b5fb8" providerId="LiveId" clId="{C001E829-E57B-304A-9309-669EB93254E4}" dt="2024-11-25T15:55:42.181" v="496" actId="478"/>
          <ac:cxnSpMkLst>
            <pc:docMk/>
            <pc:sldMk cId="0" sldId="257"/>
            <ac:cxnSpMk id="7" creationId="{4D13C873-3E7C-EE05-B60A-7CCB30DDEA60}"/>
          </ac:cxnSpMkLst>
        </pc:cxnChg>
      </pc:sldChg>
      <pc:sldChg chg="addSp delSp modSp mod modNotesTx">
        <pc:chgData name="Andrei iliescu" userId="634ee0ce176b5fb8" providerId="LiveId" clId="{C001E829-E57B-304A-9309-669EB93254E4}" dt="2024-11-26T10:42:07.355" v="3557" actId="20577"/>
        <pc:sldMkLst>
          <pc:docMk/>
          <pc:sldMk cId="2562172790" sldId="258"/>
        </pc:sldMkLst>
        <pc:spChg chg="add del mod">
          <ac:chgData name="Andrei iliescu" userId="634ee0ce176b5fb8" providerId="LiveId" clId="{C001E829-E57B-304A-9309-669EB93254E4}" dt="2024-11-25T16:13:19.818" v="614" actId="931"/>
          <ac:spMkLst>
            <pc:docMk/>
            <pc:sldMk cId="2562172790" sldId="258"/>
            <ac:spMk id="2" creationId="{AEFD7819-E1B2-45F6-BBE6-4579F2E49C99}"/>
          </ac:spMkLst>
        </pc:spChg>
        <pc:spChg chg="mod">
          <ac:chgData name="Andrei iliescu" userId="634ee0ce176b5fb8" providerId="LiveId" clId="{C001E829-E57B-304A-9309-669EB93254E4}" dt="2024-11-26T10:34:11.034" v="2697" actId="20577"/>
          <ac:spMkLst>
            <pc:docMk/>
            <pc:sldMk cId="2562172790" sldId="258"/>
            <ac:spMk id="4098" creationId="{BB2DE326-59F2-4945-9535-0AF48B41A394}"/>
          </ac:spMkLst>
        </pc:spChg>
        <pc:spChg chg="add del mod">
          <ac:chgData name="Andrei iliescu" userId="634ee0ce176b5fb8" providerId="LiveId" clId="{C001E829-E57B-304A-9309-669EB93254E4}" dt="2024-11-25T16:13:08.707" v="613" actId="478"/>
          <ac:spMkLst>
            <pc:docMk/>
            <pc:sldMk cId="2562172790" sldId="258"/>
            <ac:spMk id="4099" creationId="{A869C384-EAEC-447D-BE1A-AEAD569499E4}"/>
          </ac:spMkLst>
        </pc:spChg>
        <pc:picChg chg="add mod">
          <ac:chgData name="Andrei iliescu" userId="634ee0ce176b5fb8" providerId="LiveId" clId="{C001E829-E57B-304A-9309-669EB93254E4}" dt="2024-11-25T16:13:37.205" v="618" actId="1076"/>
          <ac:picMkLst>
            <pc:docMk/>
            <pc:sldMk cId="2562172790" sldId="258"/>
            <ac:picMk id="4" creationId="{A63291CB-4962-0519-741F-7B0E72C939F5}"/>
          </ac:picMkLst>
        </pc:picChg>
      </pc:sldChg>
      <pc:sldChg chg="addSp delSp modSp add mod modNotesTx">
        <pc:chgData name="Andrei iliescu" userId="634ee0ce176b5fb8" providerId="LiveId" clId="{C001E829-E57B-304A-9309-669EB93254E4}" dt="2024-11-26T10:43:08.506" v="3743" actId="20577"/>
        <pc:sldMkLst>
          <pc:docMk/>
          <pc:sldMk cId="199325582" sldId="259"/>
        </pc:sldMkLst>
        <pc:spChg chg="add del mod">
          <ac:chgData name="Andrei iliescu" userId="634ee0ce176b5fb8" providerId="LiveId" clId="{C001E829-E57B-304A-9309-669EB93254E4}" dt="2024-11-25T16:14:52.281" v="683" actId="931"/>
          <ac:spMkLst>
            <pc:docMk/>
            <pc:sldMk cId="199325582" sldId="259"/>
            <ac:spMk id="2" creationId="{85DE1F0A-A26B-D534-D8D2-4DFE247BAC25}"/>
          </ac:spMkLst>
        </pc:spChg>
        <pc:spChg chg="mod">
          <ac:chgData name="Andrei iliescu" userId="634ee0ce176b5fb8" providerId="LiveId" clId="{C001E829-E57B-304A-9309-669EB93254E4}" dt="2024-11-25T16:17:08.967" v="771" actId="20577"/>
          <ac:spMkLst>
            <pc:docMk/>
            <pc:sldMk cId="199325582" sldId="259"/>
            <ac:spMk id="4098" creationId="{172246F6-3DBD-B02D-81AA-5F73FC1FC4B3}"/>
          </ac:spMkLst>
        </pc:spChg>
        <pc:spChg chg="del">
          <ac:chgData name="Andrei iliescu" userId="634ee0ce176b5fb8" providerId="LiveId" clId="{C001E829-E57B-304A-9309-669EB93254E4}" dt="2024-11-25T16:14:41.238" v="682" actId="478"/>
          <ac:spMkLst>
            <pc:docMk/>
            <pc:sldMk cId="199325582" sldId="259"/>
            <ac:spMk id="4099" creationId="{557A32D5-BB64-01BB-A635-953B3BA57582}"/>
          </ac:spMkLst>
        </pc:spChg>
        <pc:picChg chg="add mod">
          <ac:chgData name="Andrei iliescu" userId="634ee0ce176b5fb8" providerId="LiveId" clId="{C001E829-E57B-304A-9309-669EB93254E4}" dt="2024-11-25T16:14:54.741" v="685" actId="962"/>
          <ac:picMkLst>
            <pc:docMk/>
            <pc:sldMk cId="199325582" sldId="259"/>
            <ac:picMk id="4" creationId="{50285330-0A3E-9DF5-ABBC-1F45D1B5F3DB}"/>
          </ac:picMkLst>
        </pc:picChg>
      </pc:sldChg>
      <pc:sldChg chg="add del">
        <pc:chgData name="Andrei iliescu" userId="634ee0ce176b5fb8" providerId="LiveId" clId="{C001E829-E57B-304A-9309-669EB93254E4}" dt="2024-11-25T16:11:56.907" v="597" actId="2890"/>
        <pc:sldMkLst>
          <pc:docMk/>
          <pc:sldMk cId="3490057124" sldId="259"/>
        </pc:sldMkLst>
      </pc:sldChg>
      <pc:sldChg chg="addSp delSp modSp add mod modNotesTx">
        <pc:chgData name="Andrei iliescu" userId="634ee0ce176b5fb8" providerId="LiveId" clId="{C001E829-E57B-304A-9309-669EB93254E4}" dt="2024-11-26T10:53:00.964" v="4550" actId="20577"/>
        <pc:sldMkLst>
          <pc:docMk/>
          <pc:sldMk cId="3911431196" sldId="260"/>
        </pc:sldMkLst>
        <pc:spChg chg="add del mod">
          <ac:chgData name="Andrei iliescu" userId="634ee0ce176b5fb8" providerId="LiveId" clId="{C001E829-E57B-304A-9309-669EB93254E4}" dt="2024-11-25T21:08:20.608" v="980" actId="931"/>
          <ac:spMkLst>
            <pc:docMk/>
            <pc:sldMk cId="3911431196" sldId="260"/>
            <ac:spMk id="2" creationId="{5C380AC7-7663-E4B5-B5CE-66F22888C3BB}"/>
          </ac:spMkLst>
        </pc:spChg>
        <pc:spChg chg="add mod">
          <ac:chgData name="Andrei iliescu" userId="634ee0ce176b5fb8" providerId="LiveId" clId="{C001E829-E57B-304A-9309-669EB93254E4}" dt="2024-11-25T21:13:50.814" v="1025" actId="120"/>
          <ac:spMkLst>
            <pc:docMk/>
            <pc:sldMk cId="3911431196" sldId="260"/>
            <ac:spMk id="5" creationId="{A022B7F9-7045-50FF-8013-16480B62431B}"/>
          </ac:spMkLst>
        </pc:spChg>
        <pc:spChg chg="mod">
          <ac:chgData name="Andrei iliescu" userId="634ee0ce176b5fb8" providerId="LiveId" clId="{C001E829-E57B-304A-9309-669EB93254E4}" dt="2024-11-25T21:14:41.751" v="1029" actId="5793"/>
          <ac:spMkLst>
            <pc:docMk/>
            <pc:sldMk cId="3911431196" sldId="260"/>
            <ac:spMk id="4098" creationId="{407D9C14-CBB4-5656-14B5-1E0E72BBBADE}"/>
          </ac:spMkLst>
        </pc:spChg>
        <pc:spChg chg="del">
          <ac:chgData name="Andrei iliescu" userId="634ee0ce176b5fb8" providerId="LiveId" clId="{C001E829-E57B-304A-9309-669EB93254E4}" dt="2024-11-25T21:08:13.911" v="979" actId="478"/>
          <ac:spMkLst>
            <pc:docMk/>
            <pc:sldMk cId="3911431196" sldId="260"/>
            <ac:spMk id="4099" creationId="{4410FB72-2B5E-95C4-43B0-57637D393796}"/>
          </ac:spMkLst>
        </pc:spChg>
        <pc:picChg chg="add mod">
          <ac:chgData name="Andrei iliescu" userId="634ee0ce176b5fb8" providerId="LiveId" clId="{C001E829-E57B-304A-9309-669EB93254E4}" dt="2024-11-25T21:11:13.879" v="985" actId="1076"/>
          <ac:picMkLst>
            <pc:docMk/>
            <pc:sldMk cId="3911431196" sldId="260"/>
            <ac:picMk id="4" creationId="{B903E485-F0FB-469C-8654-0108188B0F37}"/>
          </ac:picMkLst>
        </pc:picChg>
      </pc:sldChg>
      <pc:sldChg chg="modSp add mod modNotesTx">
        <pc:chgData name="Andrei iliescu" userId="634ee0ce176b5fb8" providerId="LiveId" clId="{C001E829-E57B-304A-9309-669EB93254E4}" dt="2024-11-26T10:53:31.028" v="4629" actId="20577"/>
        <pc:sldMkLst>
          <pc:docMk/>
          <pc:sldMk cId="3634953671" sldId="261"/>
        </pc:sldMkLst>
        <pc:spChg chg="mod">
          <ac:chgData name="Andrei iliescu" userId="634ee0ce176b5fb8" providerId="LiveId" clId="{C001E829-E57B-304A-9309-669EB93254E4}" dt="2024-11-25T16:26:10.442" v="836" actId="20577"/>
          <ac:spMkLst>
            <pc:docMk/>
            <pc:sldMk cId="3634953671" sldId="261"/>
            <ac:spMk id="4098" creationId="{DA8A06E7-2A84-53B5-D01B-7390F5D0F07C}"/>
          </ac:spMkLst>
        </pc:spChg>
        <pc:spChg chg="mod">
          <ac:chgData name="Andrei iliescu" userId="634ee0ce176b5fb8" providerId="LiveId" clId="{C001E829-E57B-304A-9309-669EB93254E4}" dt="2024-11-25T21:15:00.807" v="1052" actId="20577"/>
          <ac:spMkLst>
            <pc:docMk/>
            <pc:sldMk cId="3634953671" sldId="261"/>
            <ac:spMk id="4099" creationId="{15D94780-7E2C-8132-44A4-40EBB3C6C996}"/>
          </ac:spMkLst>
        </pc:spChg>
      </pc:sldChg>
      <pc:sldChg chg="addSp delSp modSp add mod ord modNotesTx">
        <pc:chgData name="Andrei iliescu" userId="634ee0ce176b5fb8" providerId="LiveId" clId="{C001E829-E57B-304A-9309-669EB93254E4}" dt="2024-11-26T10:45:46.001" v="4208" actId="20577"/>
        <pc:sldMkLst>
          <pc:docMk/>
          <pc:sldMk cId="1842735981" sldId="262"/>
        </pc:sldMkLst>
        <pc:spChg chg="add del mod">
          <ac:chgData name="Andrei iliescu" userId="634ee0ce176b5fb8" providerId="LiveId" clId="{C001E829-E57B-304A-9309-669EB93254E4}" dt="2024-11-25T16:28:57.219" v="880" actId="931"/>
          <ac:spMkLst>
            <pc:docMk/>
            <pc:sldMk cId="1842735981" sldId="262"/>
            <ac:spMk id="2" creationId="{2D37EDA3-A4A3-B53D-AC1E-0431C3CF3CB1}"/>
          </ac:spMkLst>
        </pc:spChg>
        <pc:spChg chg="mod">
          <ac:chgData name="Andrei iliescu" userId="634ee0ce176b5fb8" providerId="LiveId" clId="{C001E829-E57B-304A-9309-669EB93254E4}" dt="2024-11-25T16:31:35.432" v="927" actId="20577"/>
          <ac:spMkLst>
            <pc:docMk/>
            <pc:sldMk cId="1842735981" sldId="262"/>
            <ac:spMk id="4098" creationId="{28CFD94B-BE1C-F2E8-E7C0-883F4E1306A3}"/>
          </ac:spMkLst>
        </pc:spChg>
        <pc:spChg chg="del">
          <ac:chgData name="Andrei iliescu" userId="634ee0ce176b5fb8" providerId="LiveId" clId="{C001E829-E57B-304A-9309-669EB93254E4}" dt="2024-11-25T16:28:01.435" v="879" actId="478"/>
          <ac:spMkLst>
            <pc:docMk/>
            <pc:sldMk cId="1842735981" sldId="262"/>
            <ac:spMk id="4099" creationId="{40C85202-2610-89D5-161E-7D841C947524}"/>
          </ac:spMkLst>
        </pc:spChg>
        <pc:picChg chg="add mod">
          <ac:chgData name="Andrei iliescu" userId="634ee0ce176b5fb8" providerId="LiveId" clId="{C001E829-E57B-304A-9309-669EB93254E4}" dt="2024-11-25T16:28:59.763" v="882" actId="962"/>
          <ac:picMkLst>
            <pc:docMk/>
            <pc:sldMk cId="1842735981" sldId="262"/>
            <ac:picMk id="4" creationId="{B3E5B1BA-B5D7-DE3C-8DE5-BE7E64545E59}"/>
          </ac:picMkLst>
        </pc:picChg>
      </pc:sldChg>
      <pc:sldChg chg="modSp add mod modNotesTx">
        <pc:chgData name="Andrei iliescu" userId="634ee0ce176b5fb8" providerId="LiveId" clId="{C001E829-E57B-304A-9309-669EB93254E4}" dt="2024-11-26T11:27:06.211" v="5300" actId="20577"/>
        <pc:sldMkLst>
          <pc:docMk/>
          <pc:sldMk cId="2464704595" sldId="263"/>
        </pc:sldMkLst>
        <pc:spChg chg="mod">
          <ac:chgData name="Andrei iliescu" userId="634ee0ce176b5fb8" providerId="LiveId" clId="{C001E829-E57B-304A-9309-669EB93254E4}" dt="2024-11-26T10:46:58.389" v="4287" actId="20577"/>
          <ac:spMkLst>
            <pc:docMk/>
            <pc:sldMk cId="2464704595" sldId="263"/>
            <ac:spMk id="4098" creationId="{ABE1486B-8B11-F6D9-A278-A60AA4B8BC23}"/>
          </ac:spMkLst>
        </pc:spChg>
        <pc:spChg chg="mod">
          <ac:chgData name="Andrei iliescu" userId="634ee0ce176b5fb8" providerId="LiveId" clId="{C001E829-E57B-304A-9309-669EB93254E4}" dt="2024-11-26T10:15:22.108" v="2109" actId="20577"/>
          <ac:spMkLst>
            <pc:docMk/>
            <pc:sldMk cId="2464704595" sldId="263"/>
            <ac:spMk id="4099" creationId="{0B7D3434-B851-5E09-0BC9-D1AC5BD1A864}"/>
          </ac:spMkLst>
        </pc:spChg>
      </pc:sldChg>
      <pc:sldChg chg="addSp delSp modSp add mod modNotesTx">
        <pc:chgData name="Andrei iliescu" userId="634ee0ce176b5fb8" providerId="LiveId" clId="{C001E829-E57B-304A-9309-669EB93254E4}" dt="2024-11-26T11:50:43.592" v="5397" actId="20577"/>
        <pc:sldMkLst>
          <pc:docMk/>
          <pc:sldMk cId="75328424" sldId="264"/>
        </pc:sldMkLst>
        <pc:spChg chg="add del mod">
          <ac:chgData name="Andrei iliescu" userId="634ee0ce176b5fb8" providerId="LiveId" clId="{C001E829-E57B-304A-9309-669EB93254E4}" dt="2024-11-25T21:43:27.132" v="1315" actId="931"/>
          <ac:spMkLst>
            <pc:docMk/>
            <pc:sldMk cId="75328424" sldId="264"/>
            <ac:spMk id="2" creationId="{FC41BA4A-A8FE-A439-8462-8A5A48DE5121}"/>
          </ac:spMkLst>
        </pc:spChg>
        <pc:spChg chg="add del mod">
          <ac:chgData name="Andrei iliescu" userId="634ee0ce176b5fb8" providerId="LiveId" clId="{C001E829-E57B-304A-9309-669EB93254E4}" dt="2024-11-25T21:43:49.847" v="1335"/>
          <ac:spMkLst>
            <pc:docMk/>
            <pc:sldMk cId="75328424" sldId="264"/>
            <ac:spMk id="5" creationId="{D2512E6E-7B25-B3E0-D880-03874B3C032F}"/>
          </ac:spMkLst>
        </pc:spChg>
        <pc:spChg chg="mod">
          <ac:chgData name="Andrei iliescu" userId="634ee0ce176b5fb8" providerId="LiveId" clId="{C001E829-E57B-304A-9309-669EB93254E4}" dt="2024-11-25T21:43:45.332" v="1333" actId="20577"/>
          <ac:spMkLst>
            <pc:docMk/>
            <pc:sldMk cId="75328424" sldId="264"/>
            <ac:spMk id="4098" creationId="{2CD9369A-EDDD-6B5E-0F29-2C6E86ABD377}"/>
          </ac:spMkLst>
        </pc:spChg>
        <pc:spChg chg="del">
          <ac:chgData name="Andrei iliescu" userId="634ee0ce176b5fb8" providerId="LiveId" clId="{C001E829-E57B-304A-9309-669EB93254E4}" dt="2024-11-25T21:43:20.861" v="1314" actId="478"/>
          <ac:spMkLst>
            <pc:docMk/>
            <pc:sldMk cId="75328424" sldId="264"/>
            <ac:spMk id="4099" creationId="{B0EC42A5-4488-7920-65F2-4AD8D099A6CF}"/>
          </ac:spMkLst>
        </pc:spChg>
        <pc:picChg chg="add mod">
          <ac:chgData name="Andrei iliescu" userId="634ee0ce176b5fb8" providerId="LiveId" clId="{C001E829-E57B-304A-9309-669EB93254E4}" dt="2024-11-25T21:43:29.763" v="1317" actId="962"/>
          <ac:picMkLst>
            <pc:docMk/>
            <pc:sldMk cId="75328424" sldId="264"/>
            <ac:picMk id="4" creationId="{8498DA32-68F8-E801-6FC8-D4C1174C3FC1}"/>
          </ac:picMkLst>
        </pc:picChg>
      </pc:sldChg>
      <pc:sldChg chg="add">
        <pc:chgData name="Andrei iliescu" userId="634ee0ce176b5fb8" providerId="LiveId" clId="{C001E829-E57B-304A-9309-669EB93254E4}" dt="2024-11-25T21:41:26.875" v="1312" actId="2890"/>
        <pc:sldMkLst>
          <pc:docMk/>
          <pc:sldMk cId="232307505" sldId="265"/>
        </pc:sldMkLst>
      </pc:sldChg>
      <pc:sldChg chg="addSp delSp modSp add mod setBg">
        <pc:chgData name="Andrei iliescu" userId="634ee0ce176b5fb8" providerId="LiveId" clId="{C001E829-E57B-304A-9309-669EB93254E4}" dt="2024-11-26T10:21:38.064" v="2220" actId="20577"/>
        <pc:sldMkLst>
          <pc:docMk/>
          <pc:sldMk cId="1697403615" sldId="266"/>
        </pc:sldMkLst>
        <pc:spChg chg="add del mod">
          <ac:chgData name="Andrei iliescu" userId="634ee0ce176b5fb8" providerId="LiveId" clId="{C001E829-E57B-304A-9309-669EB93254E4}" dt="2024-11-25T22:06:10.591" v="1477" actId="931"/>
          <ac:spMkLst>
            <pc:docMk/>
            <pc:sldMk cId="1697403615" sldId="266"/>
            <ac:spMk id="2" creationId="{C87BABCA-D94B-573D-3EA3-E6E75599A24D}"/>
          </ac:spMkLst>
        </pc:spChg>
        <pc:spChg chg="mod">
          <ac:chgData name="Andrei iliescu" userId="634ee0ce176b5fb8" providerId="LiveId" clId="{C001E829-E57B-304A-9309-669EB93254E4}" dt="2024-11-26T10:21:38.064" v="2220" actId="20577"/>
          <ac:spMkLst>
            <pc:docMk/>
            <pc:sldMk cId="1697403615" sldId="266"/>
            <ac:spMk id="4098" creationId="{B019AABE-C716-8EFD-EB22-BFE0D4882EC4}"/>
          </ac:spMkLst>
        </pc:spChg>
        <pc:spChg chg="del">
          <ac:chgData name="Andrei iliescu" userId="634ee0ce176b5fb8" providerId="LiveId" clId="{C001E829-E57B-304A-9309-669EB93254E4}" dt="2024-11-25T22:05:05.794" v="1476" actId="478"/>
          <ac:spMkLst>
            <pc:docMk/>
            <pc:sldMk cId="1697403615" sldId="266"/>
            <ac:spMk id="4099" creationId="{4551CA18-6416-AD42-2A9A-136ECA5183C8}"/>
          </ac:spMkLst>
        </pc:spChg>
        <pc:spChg chg="add del">
          <ac:chgData name="Andrei iliescu" userId="634ee0ce176b5fb8" providerId="LiveId" clId="{C001E829-E57B-304A-9309-669EB93254E4}" dt="2024-11-25T22:06:18.656" v="1483"/>
          <ac:spMkLst>
            <pc:docMk/>
            <pc:sldMk cId="1697403615" sldId="266"/>
            <ac:spMk id="4103" creationId="{F0DCC097-1DB8-4B6D-85D0-6FBA0E1CA4BA}"/>
          </ac:spMkLst>
        </pc:spChg>
        <pc:spChg chg="add del">
          <ac:chgData name="Andrei iliescu" userId="634ee0ce176b5fb8" providerId="LiveId" clId="{C001E829-E57B-304A-9309-669EB93254E4}" dt="2024-11-25T22:06:18.656" v="1483"/>
          <ac:spMkLst>
            <pc:docMk/>
            <pc:sldMk cId="1697403615" sldId="266"/>
            <ac:spMk id="4105" creationId="{E0B58608-23C8-4441-994D-C6823EEE1DB7}"/>
          </ac:spMkLst>
        </pc:spChg>
        <pc:picChg chg="add mod">
          <ac:chgData name="Andrei iliescu" userId="634ee0ce176b5fb8" providerId="LiveId" clId="{C001E829-E57B-304A-9309-669EB93254E4}" dt="2024-11-25T22:06:18.656" v="1483"/>
          <ac:picMkLst>
            <pc:docMk/>
            <pc:sldMk cId="1697403615" sldId="266"/>
            <ac:picMk id="4" creationId="{61C7F0BC-8AB9-6797-8FE8-1744B3FECE8D}"/>
          </ac:picMkLst>
        </pc:picChg>
      </pc:sldChg>
      <pc:sldChg chg="addSp delSp modSp add mod">
        <pc:chgData name="Andrei iliescu" userId="634ee0ce176b5fb8" providerId="LiveId" clId="{C001E829-E57B-304A-9309-669EB93254E4}" dt="2024-11-26T10:21:29.653" v="2199" actId="20577"/>
        <pc:sldMkLst>
          <pc:docMk/>
          <pc:sldMk cId="2749594865" sldId="267"/>
        </pc:sldMkLst>
        <pc:spChg chg="add del mod">
          <ac:chgData name="Andrei iliescu" userId="634ee0ce176b5fb8" providerId="LiveId" clId="{C001E829-E57B-304A-9309-669EB93254E4}" dt="2024-11-25T21:58:21.585" v="1377" actId="931"/>
          <ac:spMkLst>
            <pc:docMk/>
            <pc:sldMk cId="2749594865" sldId="267"/>
            <ac:spMk id="2" creationId="{B552B727-CBEB-2C50-2D93-7F574D4A68D9}"/>
          </ac:spMkLst>
        </pc:spChg>
        <pc:spChg chg="add del mod">
          <ac:chgData name="Andrei iliescu" userId="634ee0ce176b5fb8" providerId="LiveId" clId="{C001E829-E57B-304A-9309-669EB93254E4}" dt="2024-11-25T22:00:03.850" v="1381" actId="931"/>
          <ac:spMkLst>
            <pc:docMk/>
            <pc:sldMk cId="2749594865" sldId="267"/>
            <ac:spMk id="6" creationId="{96FCA96C-A243-5747-7B9D-ABCEAA07338E}"/>
          </ac:spMkLst>
        </pc:spChg>
        <pc:spChg chg="add del mod">
          <ac:chgData name="Andrei iliescu" userId="634ee0ce176b5fb8" providerId="LiveId" clId="{C001E829-E57B-304A-9309-669EB93254E4}" dt="2024-11-25T22:01:12.049" v="1385" actId="931"/>
          <ac:spMkLst>
            <pc:docMk/>
            <pc:sldMk cId="2749594865" sldId="267"/>
            <ac:spMk id="9" creationId="{A9A5CC78-363A-70BE-0550-91FE6D25E696}"/>
          </ac:spMkLst>
        </pc:spChg>
        <pc:spChg chg="add del mod">
          <ac:chgData name="Andrei iliescu" userId="634ee0ce176b5fb8" providerId="LiveId" clId="{C001E829-E57B-304A-9309-669EB93254E4}" dt="2024-11-25T22:01:59.415" v="1455"/>
          <ac:spMkLst>
            <pc:docMk/>
            <pc:sldMk cId="2749594865" sldId="267"/>
            <ac:spMk id="12" creationId="{8FCF275A-601E-2336-11B3-E9AB25DBD786}"/>
          </ac:spMkLst>
        </pc:spChg>
        <pc:spChg chg="mod">
          <ac:chgData name="Andrei iliescu" userId="634ee0ce176b5fb8" providerId="LiveId" clId="{C001E829-E57B-304A-9309-669EB93254E4}" dt="2024-11-26T10:21:29.653" v="2199" actId="20577"/>
          <ac:spMkLst>
            <pc:docMk/>
            <pc:sldMk cId="2749594865" sldId="267"/>
            <ac:spMk id="4098" creationId="{15493856-051F-6A48-1AE9-34DABCF1BF35}"/>
          </ac:spMkLst>
        </pc:spChg>
        <pc:picChg chg="del">
          <ac:chgData name="Andrei iliescu" userId="634ee0ce176b5fb8" providerId="LiveId" clId="{C001E829-E57B-304A-9309-669EB93254E4}" dt="2024-11-25T21:58:16.406" v="1376" actId="478"/>
          <ac:picMkLst>
            <pc:docMk/>
            <pc:sldMk cId="2749594865" sldId="267"/>
            <ac:picMk id="4" creationId="{D6EC87F5-442F-D4ED-E496-2DB500ECD593}"/>
          </ac:picMkLst>
        </pc:picChg>
        <pc:picChg chg="add del mod">
          <ac:chgData name="Andrei iliescu" userId="634ee0ce176b5fb8" providerId="LiveId" clId="{C001E829-E57B-304A-9309-669EB93254E4}" dt="2024-11-25T21:59:06.316" v="1380" actId="478"/>
          <ac:picMkLst>
            <pc:docMk/>
            <pc:sldMk cId="2749594865" sldId="267"/>
            <ac:picMk id="5" creationId="{0E828C0B-308B-981F-3170-23EA5B608383}"/>
          </ac:picMkLst>
        </pc:picChg>
        <pc:picChg chg="add del mod">
          <ac:chgData name="Andrei iliescu" userId="634ee0ce176b5fb8" providerId="LiveId" clId="{C001E829-E57B-304A-9309-669EB93254E4}" dt="2024-11-25T22:00:37.471" v="1384" actId="478"/>
          <ac:picMkLst>
            <pc:docMk/>
            <pc:sldMk cId="2749594865" sldId="267"/>
            <ac:picMk id="8" creationId="{F11C51E9-DF2B-F4B4-6BC9-295EC9E19F9E}"/>
          </ac:picMkLst>
        </pc:picChg>
        <pc:picChg chg="add mod">
          <ac:chgData name="Andrei iliescu" userId="634ee0ce176b5fb8" providerId="LiveId" clId="{C001E829-E57B-304A-9309-669EB93254E4}" dt="2024-11-25T22:01:14.538" v="1386" actId="27614"/>
          <ac:picMkLst>
            <pc:docMk/>
            <pc:sldMk cId="2749594865" sldId="267"/>
            <ac:picMk id="11" creationId="{D3ECA460-8508-398D-8967-B9A5C65F65BC}"/>
          </ac:picMkLst>
        </pc:picChg>
      </pc:sldChg>
      <pc:sldChg chg="addSp delSp modSp add mod">
        <pc:chgData name="Andrei iliescu" userId="634ee0ce176b5fb8" providerId="LiveId" clId="{C001E829-E57B-304A-9309-669EB93254E4}" dt="2024-11-26T10:21:46.631" v="2243" actId="20577"/>
        <pc:sldMkLst>
          <pc:docMk/>
          <pc:sldMk cId="2765268069" sldId="268"/>
        </pc:sldMkLst>
        <pc:spChg chg="add del mod">
          <ac:chgData name="Andrei iliescu" userId="634ee0ce176b5fb8" providerId="LiveId" clId="{C001E829-E57B-304A-9309-669EB93254E4}" dt="2024-11-25T22:03:55.577" v="1473" actId="931"/>
          <ac:spMkLst>
            <pc:docMk/>
            <pc:sldMk cId="2765268069" sldId="268"/>
            <ac:spMk id="2" creationId="{963E2E84-A344-2888-AF9C-BB921D5C066F}"/>
          </ac:spMkLst>
        </pc:spChg>
        <pc:spChg chg="mod">
          <ac:chgData name="Andrei iliescu" userId="634ee0ce176b5fb8" providerId="LiveId" clId="{C001E829-E57B-304A-9309-669EB93254E4}" dt="2024-11-26T10:21:46.631" v="2243" actId="20577"/>
          <ac:spMkLst>
            <pc:docMk/>
            <pc:sldMk cId="2765268069" sldId="268"/>
            <ac:spMk id="4098" creationId="{A7E8EBE1-CF3F-2A54-637A-32F4C89DB835}"/>
          </ac:spMkLst>
        </pc:spChg>
        <pc:spChg chg="del">
          <ac:chgData name="Andrei iliescu" userId="634ee0ce176b5fb8" providerId="LiveId" clId="{C001E829-E57B-304A-9309-669EB93254E4}" dt="2024-11-25T22:02:52.037" v="1472" actId="478"/>
          <ac:spMkLst>
            <pc:docMk/>
            <pc:sldMk cId="2765268069" sldId="268"/>
            <ac:spMk id="4099" creationId="{27FB0436-FB7C-AB01-7AFA-28D50072515D}"/>
          </ac:spMkLst>
        </pc:spChg>
        <pc:picChg chg="add mod">
          <ac:chgData name="Andrei iliescu" userId="634ee0ce176b5fb8" providerId="LiveId" clId="{C001E829-E57B-304A-9309-669EB93254E4}" dt="2024-11-25T22:03:57.716" v="1475" actId="962"/>
          <ac:picMkLst>
            <pc:docMk/>
            <pc:sldMk cId="2765268069" sldId="268"/>
            <ac:picMk id="4" creationId="{B79B2887-F4C3-10F5-3C9B-8A4201A73D52}"/>
          </ac:picMkLst>
        </pc:picChg>
      </pc:sldChg>
      <pc:sldChg chg="addSp delSp modSp add mod modNotesTx">
        <pc:chgData name="Andrei iliescu" userId="634ee0ce176b5fb8" providerId="LiveId" clId="{C001E829-E57B-304A-9309-669EB93254E4}" dt="2024-11-26T10:58:22.152" v="5148" actId="20577"/>
        <pc:sldMkLst>
          <pc:docMk/>
          <pc:sldMk cId="3209762134" sldId="269"/>
        </pc:sldMkLst>
        <pc:spChg chg="add del mod">
          <ac:chgData name="Andrei iliescu" userId="634ee0ce176b5fb8" providerId="LiveId" clId="{C001E829-E57B-304A-9309-669EB93254E4}" dt="2024-11-26T10:19:19" v="2156" actId="931"/>
          <ac:spMkLst>
            <pc:docMk/>
            <pc:sldMk cId="3209762134" sldId="269"/>
            <ac:spMk id="2" creationId="{92AF648B-B108-CD7D-6474-508E03A4A742}"/>
          </ac:spMkLst>
        </pc:spChg>
        <pc:spChg chg="mod">
          <ac:chgData name="Andrei iliescu" userId="634ee0ce176b5fb8" providerId="LiveId" clId="{C001E829-E57B-304A-9309-669EB93254E4}" dt="2024-11-26T10:21:51.531" v="2245" actId="20577"/>
          <ac:spMkLst>
            <pc:docMk/>
            <pc:sldMk cId="3209762134" sldId="269"/>
            <ac:spMk id="4098" creationId="{10412B39-EA35-5326-1AB0-1E920C7E9341}"/>
          </ac:spMkLst>
        </pc:spChg>
        <pc:spChg chg="del">
          <ac:chgData name="Andrei iliescu" userId="634ee0ce176b5fb8" providerId="LiveId" clId="{C001E829-E57B-304A-9309-669EB93254E4}" dt="2024-11-26T10:19:12.024" v="2155" actId="478"/>
          <ac:spMkLst>
            <pc:docMk/>
            <pc:sldMk cId="3209762134" sldId="269"/>
            <ac:spMk id="4099" creationId="{17904762-ADBB-5C32-17F1-5607F8BA8371}"/>
          </ac:spMkLst>
        </pc:spChg>
        <pc:picChg chg="add mod">
          <ac:chgData name="Andrei iliescu" userId="634ee0ce176b5fb8" providerId="LiveId" clId="{C001E829-E57B-304A-9309-669EB93254E4}" dt="2024-11-26T10:19:21.377" v="2157" actId="27614"/>
          <ac:picMkLst>
            <pc:docMk/>
            <pc:sldMk cId="3209762134" sldId="269"/>
            <ac:picMk id="4" creationId="{0AC0D61D-B9ED-D323-E6C9-6F7A0B634938}"/>
          </ac:picMkLst>
        </pc:picChg>
      </pc:sldChg>
      <pc:sldChg chg="modSp add del mod">
        <pc:chgData name="Andrei iliescu" userId="634ee0ce176b5fb8" providerId="LiveId" clId="{C001E829-E57B-304A-9309-669EB93254E4}" dt="2024-11-26T10:16:34.753" v="2150" actId="2696"/>
        <pc:sldMkLst>
          <pc:docMk/>
          <pc:sldMk cId="4144659138" sldId="270"/>
        </pc:sldMkLst>
        <pc:spChg chg="mod">
          <ac:chgData name="Andrei iliescu" userId="634ee0ce176b5fb8" providerId="LiveId" clId="{C001E829-E57B-304A-9309-669EB93254E4}" dt="2024-11-25T22:07:48.902" v="1516" actId="20577"/>
          <ac:spMkLst>
            <pc:docMk/>
            <pc:sldMk cId="4144659138" sldId="270"/>
            <ac:spMk id="4098" creationId="{F0717756-7CA8-D3B7-B040-8380F5D78B86}"/>
          </ac:spMkLst>
        </pc:spChg>
      </pc:sldChg>
      <pc:sldChg chg="modSp add del mod">
        <pc:chgData name="Andrei iliescu" userId="634ee0ce176b5fb8" providerId="LiveId" clId="{C001E829-E57B-304A-9309-669EB93254E4}" dt="2024-11-26T10:16:34.760" v="2151" actId="2696"/>
        <pc:sldMkLst>
          <pc:docMk/>
          <pc:sldMk cId="1415234308" sldId="271"/>
        </pc:sldMkLst>
        <pc:spChg chg="mod">
          <ac:chgData name="Andrei iliescu" userId="634ee0ce176b5fb8" providerId="LiveId" clId="{C001E829-E57B-304A-9309-669EB93254E4}" dt="2024-11-25T22:08:01.789" v="1522" actId="20577"/>
          <ac:spMkLst>
            <pc:docMk/>
            <pc:sldMk cId="1415234308" sldId="271"/>
            <ac:spMk id="4098" creationId="{336EFFE0-3C3E-A0CD-223A-6C8367A186A0}"/>
          </ac:spMkLst>
        </pc:spChg>
      </pc:sldChg>
      <pc:sldChg chg="addSp delSp modSp add mod">
        <pc:chgData name="Andrei iliescu" userId="634ee0ce176b5fb8" providerId="LiveId" clId="{C001E829-E57B-304A-9309-669EB93254E4}" dt="2024-11-26T10:04:19.137" v="1654" actId="27614"/>
        <pc:sldMkLst>
          <pc:docMk/>
          <pc:sldMk cId="2360698620" sldId="272"/>
        </pc:sldMkLst>
        <pc:spChg chg="add del mod">
          <ac:chgData name="Andrei iliescu" userId="634ee0ce176b5fb8" providerId="LiveId" clId="{C001E829-E57B-304A-9309-669EB93254E4}" dt="2024-11-26T10:04:15.205" v="1653" actId="931"/>
          <ac:spMkLst>
            <pc:docMk/>
            <pc:sldMk cId="2360698620" sldId="272"/>
            <ac:spMk id="2" creationId="{45B3E1FF-0A6A-F6ED-FA85-51D3EC038EAA}"/>
          </ac:spMkLst>
        </pc:spChg>
        <pc:spChg chg="mod">
          <ac:chgData name="Andrei iliescu" userId="634ee0ce176b5fb8" providerId="LiveId" clId="{C001E829-E57B-304A-9309-669EB93254E4}" dt="2024-11-26T10:00:39.082" v="1569" actId="20577"/>
          <ac:spMkLst>
            <pc:docMk/>
            <pc:sldMk cId="2360698620" sldId="272"/>
            <ac:spMk id="4098" creationId="{CDDE8841-2F4F-7A1A-428E-1AC986B82A6C}"/>
          </ac:spMkLst>
        </pc:spChg>
        <pc:spChg chg="del">
          <ac:chgData name="Andrei iliescu" userId="634ee0ce176b5fb8" providerId="LiveId" clId="{C001E829-E57B-304A-9309-669EB93254E4}" dt="2024-11-26T10:04:06.473" v="1652" actId="478"/>
          <ac:spMkLst>
            <pc:docMk/>
            <pc:sldMk cId="2360698620" sldId="272"/>
            <ac:spMk id="4099" creationId="{F398DED9-8910-EF9E-77FB-1C80E42129DC}"/>
          </ac:spMkLst>
        </pc:spChg>
        <pc:picChg chg="add mod">
          <ac:chgData name="Andrei iliescu" userId="634ee0ce176b5fb8" providerId="LiveId" clId="{C001E829-E57B-304A-9309-669EB93254E4}" dt="2024-11-26T10:04:19.137" v="1654" actId="27614"/>
          <ac:picMkLst>
            <pc:docMk/>
            <pc:sldMk cId="2360698620" sldId="272"/>
            <ac:picMk id="4" creationId="{147747E3-CEC2-CE33-6499-A9B28F04EAFE}"/>
          </ac:picMkLst>
        </pc:picChg>
      </pc:sldChg>
      <pc:sldChg chg="modSp add mod">
        <pc:chgData name="Andrei iliescu" userId="634ee0ce176b5fb8" providerId="LiveId" clId="{C001E829-E57B-304A-9309-669EB93254E4}" dt="2024-11-26T10:33:01.365" v="2692" actId="20577"/>
        <pc:sldMkLst>
          <pc:docMk/>
          <pc:sldMk cId="1865619638" sldId="273"/>
        </pc:sldMkLst>
        <pc:spChg chg="mod">
          <ac:chgData name="Andrei iliescu" userId="634ee0ce176b5fb8" providerId="LiveId" clId="{C001E829-E57B-304A-9309-669EB93254E4}" dt="2024-11-26T10:08:34.878" v="1668" actId="20577"/>
          <ac:spMkLst>
            <pc:docMk/>
            <pc:sldMk cId="1865619638" sldId="273"/>
            <ac:spMk id="4098" creationId="{4A1A91DB-5016-3320-FB00-C2C8AE9F5929}"/>
          </ac:spMkLst>
        </pc:spChg>
        <pc:spChg chg="mod">
          <ac:chgData name="Andrei iliescu" userId="634ee0ce176b5fb8" providerId="LiveId" clId="{C001E829-E57B-304A-9309-669EB93254E4}" dt="2024-11-26T10:33:01.365" v="2692" actId="20577"/>
          <ac:spMkLst>
            <pc:docMk/>
            <pc:sldMk cId="1865619638" sldId="273"/>
            <ac:spMk id="4099" creationId="{42BB8110-7D2A-B0C6-FA45-44F2CB204E4E}"/>
          </ac:spMkLst>
        </pc:spChg>
      </pc:sldChg>
      <pc:sldChg chg="add mod modShow">
        <pc:chgData name="Andrei iliescu" userId="634ee0ce176b5fb8" providerId="LiveId" clId="{C001E829-E57B-304A-9309-669EB93254E4}" dt="2024-11-26T10:08:29.487" v="1661" actId="729"/>
        <pc:sldMkLst>
          <pc:docMk/>
          <pc:sldMk cId="875085070" sldId="274"/>
        </pc:sldMkLst>
      </pc:sldChg>
      <pc:sldChg chg="addSp delSp modSp add mod">
        <pc:chgData name="Andrei iliescu" userId="634ee0ce176b5fb8" providerId="LiveId" clId="{C001E829-E57B-304A-9309-669EB93254E4}" dt="2024-11-26T10:08:08.500" v="1660" actId="27614"/>
        <pc:sldMkLst>
          <pc:docMk/>
          <pc:sldMk cId="1887434275" sldId="275"/>
        </pc:sldMkLst>
        <pc:spChg chg="add del mod">
          <ac:chgData name="Andrei iliescu" userId="634ee0ce176b5fb8" providerId="LiveId" clId="{C001E829-E57B-304A-9309-669EB93254E4}" dt="2024-11-26T10:08:06.004" v="1659" actId="931"/>
          <ac:spMkLst>
            <pc:docMk/>
            <pc:sldMk cId="1887434275" sldId="275"/>
            <ac:spMk id="2" creationId="{CB897D52-5823-C1A0-5FAE-26237167074B}"/>
          </ac:spMkLst>
        </pc:spChg>
        <pc:spChg chg="mod">
          <ac:chgData name="Andrei iliescu" userId="634ee0ce176b5fb8" providerId="LiveId" clId="{C001E829-E57B-304A-9309-669EB93254E4}" dt="2024-11-26T10:00:51.108" v="1577" actId="20577"/>
          <ac:spMkLst>
            <pc:docMk/>
            <pc:sldMk cId="1887434275" sldId="275"/>
            <ac:spMk id="4098" creationId="{18696859-2F23-07FB-A056-76CBBD8CC938}"/>
          </ac:spMkLst>
        </pc:spChg>
        <pc:spChg chg="del">
          <ac:chgData name="Andrei iliescu" userId="634ee0ce176b5fb8" providerId="LiveId" clId="{C001E829-E57B-304A-9309-669EB93254E4}" dt="2024-11-26T10:04:39.522" v="1658" actId="478"/>
          <ac:spMkLst>
            <pc:docMk/>
            <pc:sldMk cId="1887434275" sldId="275"/>
            <ac:spMk id="4099" creationId="{410F1911-EA75-10E0-03FE-27779168C55D}"/>
          </ac:spMkLst>
        </pc:spChg>
        <pc:picChg chg="add mod">
          <ac:chgData name="Andrei iliescu" userId="634ee0ce176b5fb8" providerId="LiveId" clId="{C001E829-E57B-304A-9309-669EB93254E4}" dt="2024-11-26T10:08:08.500" v="1660" actId="27614"/>
          <ac:picMkLst>
            <pc:docMk/>
            <pc:sldMk cId="1887434275" sldId="275"/>
            <ac:picMk id="4" creationId="{E99831BA-5BBB-8ACD-BED3-DC4C890D2099}"/>
          </ac:picMkLst>
        </pc:picChg>
      </pc:sldChg>
      <pc:sldChg chg="addSp delSp modSp add mod">
        <pc:chgData name="Andrei iliescu" userId="634ee0ce176b5fb8" providerId="LiveId" clId="{C001E829-E57B-304A-9309-669EB93254E4}" dt="2024-11-26T10:04:35.653" v="1657" actId="27614"/>
        <pc:sldMkLst>
          <pc:docMk/>
          <pc:sldMk cId="1215032179" sldId="276"/>
        </pc:sldMkLst>
        <pc:spChg chg="add del mod">
          <ac:chgData name="Andrei iliescu" userId="634ee0ce176b5fb8" providerId="LiveId" clId="{C001E829-E57B-304A-9309-669EB93254E4}" dt="2024-11-26T10:04:32.867" v="1656" actId="931"/>
          <ac:spMkLst>
            <pc:docMk/>
            <pc:sldMk cId="1215032179" sldId="276"/>
            <ac:spMk id="2" creationId="{CE32EDBD-5B58-8E64-FA00-0BDB4981CC2C}"/>
          </ac:spMkLst>
        </pc:spChg>
        <pc:spChg chg="mod">
          <ac:chgData name="Andrei iliescu" userId="634ee0ce176b5fb8" providerId="LiveId" clId="{C001E829-E57B-304A-9309-669EB93254E4}" dt="2024-11-26T10:01:31.366" v="1651" actId="20577"/>
          <ac:spMkLst>
            <pc:docMk/>
            <pc:sldMk cId="1215032179" sldId="276"/>
            <ac:spMk id="4098" creationId="{06FBE794-C738-6237-10D6-510912FB1147}"/>
          </ac:spMkLst>
        </pc:spChg>
        <pc:spChg chg="del">
          <ac:chgData name="Andrei iliescu" userId="634ee0ce176b5fb8" providerId="LiveId" clId="{C001E829-E57B-304A-9309-669EB93254E4}" dt="2024-11-26T10:04:28.217" v="1655" actId="478"/>
          <ac:spMkLst>
            <pc:docMk/>
            <pc:sldMk cId="1215032179" sldId="276"/>
            <ac:spMk id="4099" creationId="{A7FEB7A7-B9DF-1208-F52B-E72993F46DA2}"/>
          </ac:spMkLst>
        </pc:spChg>
        <pc:picChg chg="add mod">
          <ac:chgData name="Andrei iliescu" userId="634ee0ce176b5fb8" providerId="LiveId" clId="{C001E829-E57B-304A-9309-669EB93254E4}" dt="2024-11-26T10:04:35.653" v="1657" actId="27614"/>
          <ac:picMkLst>
            <pc:docMk/>
            <pc:sldMk cId="1215032179" sldId="276"/>
            <ac:picMk id="4" creationId="{760056C7-EF6B-9386-C4AD-5A2B89ECABB9}"/>
          </ac:picMkLst>
        </pc:picChg>
      </pc:sldChg>
      <pc:sldChg chg="modSp add mod">
        <pc:chgData name="Andrei iliescu" userId="634ee0ce176b5fb8" providerId="LiveId" clId="{C001E829-E57B-304A-9309-669EB93254E4}" dt="2024-11-26T10:09:11.062" v="1696" actId="20577"/>
        <pc:sldMkLst>
          <pc:docMk/>
          <pc:sldMk cId="1500016363" sldId="277"/>
        </pc:sldMkLst>
        <pc:spChg chg="mod">
          <ac:chgData name="Andrei iliescu" userId="634ee0ce176b5fb8" providerId="LiveId" clId="{C001E829-E57B-304A-9309-669EB93254E4}" dt="2024-11-26T10:09:11.062" v="1696" actId="20577"/>
          <ac:spMkLst>
            <pc:docMk/>
            <pc:sldMk cId="1500016363" sldId="277"/>
            <ac:spMk id="4098" creationId="{3DDE63E7-716F-5A86-3CA2-53ED26D0B616}"/>
          </ac:spMkLst>
        </pc:spChg>
        <pc:spChg chg="mod">
          <ac:chgData name="Andrei iliescu" userId="634ee0ce176b5fb8" providerId="LiveId" clId="{C001E829-E57B-304A-9309-669EB93254E4}" dt="2024-11-26T10:09:02.955" v="1689" actId="20577"/>
          <ac:spMkLst>
            <pc:docMk/>
            <pc:sldMk cId="1500016363" sldId="277"/>
            <ac:spMk id="4099" creationId="{4DF7CDE2-52A4-0609-38B9-C351F1764CE1}"/>
          </ac:spMkLst>
        </pc:spChg>
      </pc:sldChg>
      <pc:sldChg chg="addSp delSp modSp add mod modNotesTx">
        <pc:chgData name="Andrei iliescu" userId="634ee0ce176b5fb8" providerId="LiveId" clId="{C001E829-E57B-304A-9309-669EB93254E4}" dt="2024-11-26T10:59:52.338" v="5208" actId="20577"/>
        <pc:sldMkLst>
          <pc:docMk/>
          <pc:sldMk cId="1032313096" sldId="278"/>
        </pc:sldMkLst>
        <pc:spChg chg="add del mod">
          <ac:chgData name="Andrei iliescu" userId="634ee0ce176b5fb8" providerId="LiveId" clId="{C001E829-E57B-304A-9309-669EB93254E4}" dt="2024-11-26T10:18:33.583" v="2153" actId="931"/>
          <ac:spMkLst>
            <pc:docMk/>
            <pc:sldMk cId="1032313096" sldId="278"/>
            <ac:spMk id="2" creationId="{F8AF9546-076E-B08C-7F00-192E236847C2}"/>
          </ac:spMkLst>
        </pc:spChg>
        <pc:spChg chg="mod">
          <ac:chgData name="Andrei iliescu" userId="634ee0ce176b5fb8" providerId="LiveId" clId="{C001E829-E57B-304A-9309-669EB93254E4}" dt="2024-11-26T10:21:56.131" v="2247" actId="20577"/>
          <ac:spMkLst>
            <pc:docMk/>
            <pc:sldMk cId="1032313096" sldId="278"/>
            <ac:spMk id="4098" creationId="{09E9630A-8707-08E9-DA9F-475E0292C38A}"/>
          </ac:spMkLst>
        </pc:spChg>
        <pc:spChg chg="del">
          <ac:chgData name="Andrei iliescu" userId="634ee0ce176b5fb8" providerId="LiveId" clId="{C001E829-E57B-304A-9309-669EB93254E4}" dt="2024-11-26T10:17:58.291" v="2152" actId="478"/>
          <ac:spMkLst>
            <pc:docMk/>
            <pc:sldMk cId="1032313096" sldId="278"/>
            <ac:spMk id="4099" creationId="{01F1E57A-932C-3318-6073-50D52BFE138F}"/>
          </ac:spMkLst>
        </pc:spChg>
        <pc:picChg chg="add mod">
          <ac:chgData name="Andrei iliescu" userId="634ee0ce176b5fb8" providerId="LiveId" clId="{C001E829-E57B-304A-9309-669EB93254E4}" dt="2024-11-26T10:18:35.992" v="2154" actId="27614"/>
          <ac:picMkLst>
            <pc:docMk/>
            <pc:sldMk cId="1032313096" sldId="278"/>
            <ac:picMk id="4" creationId="{BEF373CC-37DE-DC21-7EBE-2CA1DADE13FD}"/>
          </ac:picMkLst>
        </pc:picChg>
      </pc:sldChg>
      <pc:sldChg chg="addSp delSp modSp add mod">
        <pc:chgData name="Andrei iliescu" userId="634ee0ce176b5fb8" providerId="LiveId" clId="{C001E829-E57B-304A-9309-669EB93254E4}" dt="2024-11-26T10:22:00.286" v="2249" actId="20577"/>
        <pc:sldMkLst>
          <pc:docMk/>
          <pc:sldMk cId="201798569" sldId="279"/>
        </pc:sldMkLst>
        <pc:spChg chg="add del mod">
          <ac:chgData name="Andrei iliescu" userId="634ee0ce176b5fb8" providerId="LiveId" clId="{C001E829-E57B-304A-9309-669EB93254E4}" dt="2024-11-26T10:20:44.044" v="2173" actId="931"/>
          <ac:spMkLst>
            <pc:docMk/>
            <pc:sldMk cId="201798569" sldId="279"/>
            <ac:spMk id="2" creationId="{9DAF14CA-FD71-68D3-0FC7-FAF3B230CFAD}"/>
          </ac:spMkLst>
        </pc:spChg>
        <pc:spChg chg="mod">
          <ac:chgData name="Andrei iliescu" userId="634ee0ce176b5fb8" providerId="LiveId" clId="{C001E829-E57B-304A-9309-669EB93254E4}" dt="2024-11-26T10:22:00.286" v="2249" actId="20577"/>
          <ac:spMkLst>
            <pc:docMk/>
            <pc:sldMk cId="201798569" sldId="279"/>
            <ac:spMk id="4098" creationId="{9D4701E1-B106-CB22-6BE7-25C47CE264F5}"/>
          </ac:spMkLst>
        </pc:spChg>
        <pc:spChg chg="del">
          <ac:chgData name="Andrei iliescu" userId="634ee0ce176b5fb8" providerId="LiveId" clId="{C001E829-E57B-304A-9309-669EB93254E4}" dt="2024-11-26T10:20:06.080" v="2172" actId="478"/>
          <ac:spMkLst>
            <pc:docMk/>
            <pc:sldMk cId="201798569" sldId="279"/>
            <ac:spMk id="4099" creationId="{B2E5C6EF-7E3C-D4A5-8BA8-A738D75090E5}"/>
          </ac:spMkLst>
        </pc:spChg>
        <pc:picChg chg="add mod">
          <ac:chgData name="Andrei iliescu" userId="634ee0ce176b5fb8" providerId="LiveId" clId="{C001E829-E57B-304A-9309-669EB93254E4}" dt="2024-11-26T10:20:47.111" v="2174" actId="27614"/>
          <ac:picMkLst>
            <pc:docMk/>
            <pc:sldMk cId="201798569" sldId="279"/>
            <ac:picMk id="4" creationId="{B1B858AA-E083-DE69-BFCC-6EB39116C6DF}"/>
          </ac:picMkLst>
        </pc:picChg>
      </pc:sldChg>
      <pc:sldChg chg="addSp delSp modSp add mod">
        <pc:chgData name="Andrei iliescu" userId="634ee0ce176b5fb8" providerId="LiveId" clId="{C001E829-E57B-304A-9309-669EB93254E4}" dt="2024-11-26T10:28:55.205" v="2423" actId="255"/>
        <pc:sldMkLst>
          <pc:docMk/>
          <pc:sldMk cId="3850129543" sldId="280"/>
        </pc:sldMkLst>
        <pc:spChg chg="add mod">
          <ac:chgData name="Andrei iliescu" userId="634ee0ce176b5fb8" providerId="LiveId" clId="{C001E829-E57B-304A-9309-669EB93254E4}" dt="2024-11-26T10:28:55.205" v="2423" actId="255"/>
          <ac:spMkLst>
            <pc:docMk/>
            <pc:sldMk cId="3850129543" sldId="280"/>
            <ac:spMk id="2" creationId="{0DD6C30B-2BEF-F330-928F-2C865480117E}"/>
          </ac:spMkLst>
        </pc:spChg>
        <pc:spChg chg="add mod">
          <ac:chgData name="Andrei iliescu" userId="634ee0ce176b5fb8" providerId="LiveId" clId="{C001E829-E57B-304A-9309-669EB93254E4}" dt="2024-11-26T10:24:00.616" v="2274" actId="478"/>
          <ac:spMkLst>
            <pc:docMk/>
            <pc:sldMk cId="3850129543" sldId="280"/>
            <ac:spMk id="3" creationId="{F0553260-82CA-1310-2C66-D83C4660DD6B}"/>
          </ac:spMkLst>
        </pc:spChg>
        <pc:spChg chg="del">
          <ac:chgData name="Andrei iliescu" userId="634ee0ce176b5fb8" providerId="LiveId" clId="{C001E829-E57B-304A-9309-669EB93254E4}" dt="2024-11-26T10:24:00.616" v="2274" actId="478"/>
          <ac:spMkLst>
            <pc:docMk/>
            <pc:sldMk cId="3850129543" sldId="280"/>
            <ac:spMk id="4098" creationId="{88030F25-D0F5-E74C-F010-28393962385D}"/>
          </ac:spMkLst>
        </pc:spChg>
        <pc:picChg chg="del">
          <ac:chgData name="Andrei iliescu" userId="634ee0ce176b5fb8" providerId="LiveId" clId="{C001E829-E57B-304A-9309-669EB93254E4}" dt="2024-11-26T10:23:42.746" v="2273" actId="478"/>
          <ac:picMkLst>
            <pc:docMk/>
            <pc:sldMk cId="3850129543" sldId="280"/>
            <ac:picMk id="4" creationId="{931691FA-6436-2C0E-3146-74C0401392F8}"/>
          </ac:picMkLst>
        </pc:picChg>
      </pc:sldChg>
      <pc:sldChg chg="modSp add mod ord">
        <pc:chgData name="Andrei iliescu" userId="634ee0ce176b5fb8" providerId="LiveId" clId="{C001E829-E57B-304A-9309-669EB93254E4}" dt="2024-11-26T10:28:47.095" v="2422" actId="20577"/>
        <pc:sldMkLst>
          <pc:docMk/>
          <pc:sldMk cId="4254129918" sldId="281"/>
        </pc:sldMkLst>
        <pc:spChg chg="mod">
          <ac:chgData name="Andrei iliescu" userId="634ee0ce176b5fb8" providerId="LiveId" clId="{C001E829-E57B-304A-9309-669EB93254E4}" dt="2024-11-26T10:28:47.095" v="2422" actId="20577"/>
          <ac:spMkLst>
            <pc:docMk/>
            <pc:sldMk cId="4254129918" sldId="281"/>
            <ac:spMk id="2" creationId="{C9AF65A0-C1AA-039A-8424-9C7C71782902}"/>
          </ac:spMkLst>
        </pc:spChg>
      </pc:sldChg>
      <pc:sldChg chg="modSp add mod ord">
        <pc:chgData name="Andrei iliescu" userId="634ee0ce176b5fb8" providerId="LiveId" clId="{C001E829-E57B-304A-9309-669EB93254E4}" dt="2024-11-26T10:31:36.450" v="2542" actId="20577"/>
        <pc:sldMkLst>
          <pc:docMk/>
          <pc:sldMk cId="1549086014" sldId="282"/>
        </pc:sldMkLst>
        <pc:spChg chg="mod">
          <ac:chgData name="Andrei iliescu" userId="634ee0ce176b5fb8" providerId="LiveId" clId="{C001E829-E57B-304A-9309-669EB93254E4}" dt="2024-11-26T10:31:36.450" v="2542" actId="20577"/>
          <ac:spMkLst>
            <pc:docMk/>
            <pc:sldMk cId="1549086014" sldId="282"/>
            <ac:spMk id="2" creationId="{B96799C6-4591-C569-08F4-5DD9DBCA97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54829FD-AA8D-402C-B969-9BDD421404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705EE3B-642B-4B31-81F1-D1E1046BF9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B6EE33C4-7597-4898-BE8A-32CA814848B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05EDBA9-BACD-43D6-BF5D-181E303C3DF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67D7FD-786C-4CB7-8AF4-D718F2B264D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6CA4456-F361-4B44-A308-3E6D964ED5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8C818F8-B2DF-401F-97D5-3C4C43187B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359CEE7-979E-4ECA-B60E-F8371A4D883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C80015F8-FF0A-4A7F-ABD6-7BD6E40F6AC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43000" y="4343400"/>
            <a:ext cx="45561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C8A3E9C-3A05-4F0F-A897-F596674ECF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419914C5-D7AD-4B98-AE8F-0F6C07EE7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EA5AD2E-89E1-4370-8739-344D4E353C41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7D363F4-AFB4-4666-B181-6ABB763874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5734EB-D06B-4794-9C0B-3CA60BFA27EA}" type="slidenum">
              <a:rPr lang="en-GB" altLang="en-US"/>
              <a:pPr eaLnBrk="1" hangingPunct="1"/>
              <a:t>1</a:t>
            </a:fld>
            <a:endParaRPr lang="en-GB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BC7FC18-B57B-495C-A9F0-E0D19CB7E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5DCEC76-4B29-4493-B2CF-E1CC273C2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Thank you very much for examining my thesis.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I will take around 15 mins to present the main insights from my PhD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Deep Learning for Grouped Data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journey with this topic began in 2018.</a:t>
            </a:r>
          </a:p>
          <a:p>
            <a:endParaRPr lang="en-US" dirty="0"/>
          </a:p>
          <a:p>
            <a:r>
              <a:rPr lang="en-US" dirty="0"/>
              <a:t>I came across a paper from Deep Mind claiming to render 3D scenes from 2D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3563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figure from their paper.</a:t>
            </a:r>
          </a:p>
          <a:p>
            <a:endParaRPr lang="en-US" dirty="0"/>
          </a:p>
          <a:p>
            <a:r>
              <a:rPr lang="en-US" dirty="0"/>
              <a:t>They used a simulated 3D environment to generate 2D views.</a:t>
            </a:r>
          </a:p>
          <a:p>
            <a:endParaRPr lang="en-US" dirty="0"/>
          </a:p>
          <a:p>
            <a:r>
              <a:rPr lang="en-US" dirty="0"/>
              <a:t>They trained a network to combine the views in order to predict new views.</a:t>
            </a:r>
          </a:p>
          <a:p>
            <a:endParaRPr lang="en-US" dirty="0"/>
          </a:p>
          <a:p>
            <a:r>
              <a:rPr lang="en-US" dirty="0"/>
              <a:t>The network takes as input the group of views and the new viewpoint to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1009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Theoretically, there is a straightforward solution to this problem: Bayesian Accumulation.</a:t>
            </a:r>
          </a:p>
          <a:p>
            <a:endParaRPr lang="en-US"/>
          </a:p>
          <a:p>
            <a:r>
              <a:rPr lang="en-US"/>
              <a:t>This means a succession of Bayesian updates over each observation in the group.</a:t>
            </a:r>
          </a:p>
          <a:p>
            <a:endParaRPr lang="en-US"/>
          </a:p>
          <a:p>
            <a:r>
              <a:rPr lang="en-US"/>
              <a:t>This is a figure from the paper depicting the improvement in predicting the held-out observation after including each observation in the group.</a:t>
            </a:r>
          </a:p>
          <a:p>
            <a:endParaRPr lang="en-US"/>
          </a:p>
          <a:p>
            <a:r>
              <a:rPr lang="en-US"/>
              <a:t>Notice how including observations depicting the green triangle leads to big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66933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However, Bayesian accumulation is not straightforward to implement with deep learning. There are multiple challenges.</a:t>
            </a:r>
          </a:p>
          <a:p>
            <a:endParaRPr lang="en-US"/>
          </a:p>
          <a:p>
            <a:r>
              <a:rPr lang="en-US"/>
              <a:t>For example, if the network is an RNN or a Transformer, in what order do you feed the observations?</a:t>
            </a:r>
          </a:p>
          <a:p>
            <a:endParaRPr lang="en-US"/>
          </a:p>
          <a:p>
            <a:r>
              <a:rPr lang="en-US"/>
              <a:t>This is a paper that shows the the order of the inputs has a massive impact on the final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4064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Throughout my PhD I have been attempting to answer this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5062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know from my thesis there are 3 case studies. This is how they fit in the story.</a:t>
            </a:r>
          </a:p>
          <a:p>
            <a:endParaRPr lang="en-US" dirty="0"/>
          </a:p>
          <a:p>
            <a:r>
              <a:rPr lang="en-US" dirty="0"/>
              <a:t>In the interest of time we will focus on the third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74047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approach is to define a generative model for grouped data: the Group-Instance Model.</a:t>
            </a:r>
          </a:p>
          <a:p>
            <a:endParaRPr lang="en-US" dirty="0"/>
          </a:p>
          <a:p>
            <a:r>
              <a:rPr lang="en-US" dirty="0"/>
              <a:t>We have 3 kinds of variables: observations, group-level </a:t>
            </a:r>
            <a:r>
              <a:rPr lang="en-US" dirty="0" err="1"/>
              <a:t>latents</a:t>
            </a:r>
            <a:r>
              <a:rPr lang="en-US" dirty="0"/>
              <a:t> and instance-level </a:t>
            </a:r>
            <a:r>
              <a:rPr lang="en-US" dirty="0" err="1"/>
              <a:t>latents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group-level latent is the scene.</a:t>
            </a:r>
          </a:p>
          <a:p>
            <a:endParaRPr lang="en-US" dirty="0"/>
          </a:p>
          <a:p>
            <a:r>
              <a:rPr lang="en-US" dirty="0"/>
              <a:t>The instance-level latent is the viewpoint.</a:t>
            </a:r>
          </a:p>
          <a:p>
            <a:endParaRPr lang="en-US" dirty="0"/>
          </a:p>
          <a:p>
            <a:r>
              <a:rPr lang="en-US" dirty="0"/>
              <a:t>The observation is the image.</a:t>
            </a:r>
          </a:p>
          <a:p>
            <a:endParaRPr lang="en-US" dirty="0"/>
          </a:p>
          <a:p>
            <a:r>
              <a:rPr lang="en-US" dirty="0"/>
              <a:t>#</a:t>
            </a:r>
          </a:p>
          <a:p>
            <a:endParaRPr lang="en-US" dirty="0"/>
          </a:p>
          <a:p>
            <a:r>
              <a:rPr lang="en-US" dirty="0"/>
              <a:t>I implement this using a Group Variational Autoencoder that encodes a group of observations into a group-level latent and a group of instance </a:t>
            </a:r>
            <a:r>
              <a:rPr lang="en-US" dirty="0" err="1"/>
              <a:t>latents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#</a:t>
            </a:r>
          </a:p>
          <a:p>
            <a:endParaRPr lang="en-US" dirty="0"/>
          </a:p>
          <a:p>
            <a:r>
              <a:rPr lang="en-US" dirty="0"/>
              <a:t>My research goal – my human understandable task</a:t>
            </a:r>
          </a:p>
          <a:p>
            <a:r>
              <a:rPr lang="en-US" dirty="0"/>
              <a:t>My task – my machine learning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9330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E5955-A52D-3EBA-8320-163BED28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96D69-40F0-A372-E5F7-323B8F042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B9555-7C81-277D-946D-9268DF3F6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great insight of my PhD is that we can view several real-world, ML tasks as special cases of the Bayesian accumulation framework.</a:t>
            </a:r>
          </a:p>
          <a:p>
            <a:endParaRPr lang="en-US" dirty="0"/>
          </a:p>
          <a:p>
            <a:r>
              <a:rPr lang="en-US" dirty="0"/>
              <a:t>I have tackled three problems using this framework: Style-content disentanglement, Missing data imputation, Unsupervised Domain Adaptation.</a:t>
            </a:r>
          </a:p>
          <a:p>
            <a:endParaRPr lang="en-US" dirty="0"/>
          </a:p>
          <a:p>
            <a:r>
              <a:rPr lang="en-US" dirty="0"/>
              <a:t>Approaching these problems with the Bayesian accumulation framework unlocks other more specific insights.</a:t>
            </a:r>
          </a:p>
          <a:p>
            <a:endParaRPr lang="en-US" dirty="0"/>
          </a:p>
          <a:p>
            <a:r>
              <a:rPr lang="en-US" dirty="0"/>
              <a:t>In the interest of time, I will focus on the application that I find the most exciting, Unsupervised Domain Adaptation.</a:t>
            </a:r>
          </a:p>
          <a:p>
            <a:endParaRPr lang="en-US" dirty="0"/>
          </a:p>
          <a:p>
            <a:r>
              <a:rPr lang="en-US" dirty="0"/>
              <a:t>The insight here is that we can outperform causal predictors by conditioning the predictor on the group of observations.</a:t>
            </a:r>
          </a:p>
          <a:p>
            <a:endParaRPr lang="en-US" dirty="0"/>
          </a:p>
          <a:p>
            <a:r>
              <a:rPr lang="en-US" dirty="0"/>
              <a:t>Grey variables are observed, Green variables are of interest, White variables are </a:t>
            </a:r>
            <a:r>
              <a:rPr lang="en-US" dirty="0" err="1"/>
              <a:t>latents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074BE-2564-31C1-4451-90A73F9E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3771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contribution is currently under review for the Conference on Causal Learning and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67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order to understand the insight from the Unsupervised Domain Adaptation problem, let’s first review why Causal Predictors are the state of the art.</a:t>
            </a:r>
          </a:p>
          <a:p>
            <a:endParaRPr lang="en-GB" dirty="0"/>
          </a:p>
          <a:p>
            <a:r>
              <a:rPr lang="en-GB" dirty="0"/>
              <a:t>I will use my diabetes example.</a:t>
            </a:r>
          </a:p>
          <a:p>
            <a:endParaRPr lang="en-GB" dirty="0"/>
          </a:p>
          <a:p>
            <a:r>
              <a:rPr lang="en-GB" dirty="0"/>
              <a:t>We want to diagnose whether a patient has type 2 diabetes.</a:t>
            </a:r>
          </a:p>
          <a:p>
            <a:endParaRPr lang="en-GB" dirty="0"/>
          </a:p>
          <a:p>
            <a:r>
              <a:rPr lang="en-GB" dirty="0"/>
              <a:t>Y is the diagnosis.</a:t>
            </a:r>
          </a:p>
          <a:p>
            <a:endParaRPr lang="en-GB" dirty="0"/>
          </a:p>
          <a:p>
            <a:r>
              <a:rPr lang="en-GB" dirty="0" err="1"/>
              <a:t>Xc</a:t>
            </a:r>
            <a:r>
              <a:rPr lang="en-GB" dirty="0"/>
              <a:t> is the body-mass index.</a:t>
            </a:r>
          </a:p>
          <a:p>
            <a:endParaRPr lang="en-GB" dirty="0"/>
          </a:p>
          <a:p>
            <a:r>
              <a:rPr lang="en-GB" dirty="0" err="1"/>
              <a:t>Xs</a:t>
            </a:r>
            <a:r>
              <a:rPr lang="en-GB" dirty="0"/>
              <a:t> is the frequency of thirst.</a:t>
            </a:r>
          </a:p>
          <a:p>
            <a:endParaRPr lang="en-GB" dirty="0"/>
          </a:p>
          <a:p>
            <a:r>
              <a:rPr lang="en-GB" dirty="0"/>
              <a:t>W is the amount of salt in the patient’s diet.</a:t>
            </a:r>
          </a:p>
          <a:p>
            <a:endParaRPr lang="en-GB" dirty="0"/>
          </a:p>
          <a:p>
            <a:r>
              <a:rPr lang="en-GB" dirty="0"/>
              <a:t>The grouping could be country or region.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5048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want our predictor to perform well across different countries, using the causal variable (body-mass index) is very reliable.</a:t>
            </a:r>
          </a:p>
          <a:p>
            <a:endParaRPr lang="en-GB" dirty="0"/>
          </a:p>
          <a:p>
            <a:r>
              <a:rPr lang="en-GB" dirty="0"/>
              <a:t>In the Figure to the Left we see that, even if we change the region, body-mass index is just as good a predictor of diabetes.</a:t>
            </a:r>
          </a:p>
          <a:p>
            <a:endParaRPr lang="en-GB" dirty="0"/>
          </a:p>
          <a:p>
            <a:r>
              <a:rPr lang="en-GB" dirty="0"/>
              <a:t>Across environments, the probabilities stay the same.</a:t>
            </a:r>
          </a:p>
          <a:p>
            <a:endParaRPr lang="en-GB" dirty="0"/>
          </a:p>
          <a:p>
            <a:r>
              <a:rPr lang="en-GB" dirty="0"/>
              <a:t>The Figure in the Centre shows that if we use symptoms as a predictor of diabetes, the accuracy varies wildly as a function of region.</a:t>
            </a:r>
          </a:p>
          <a:p>
            <a:endParaRPr lang="en-GB" dirty="0"/>
          </a:p>
          <a:p>
            <a:r>
              <a:rPr lang="en-GB" dirty="0"/>
              <a:t>This shows that Causal Predictors are robust to changes in environment.</a:t>
            </a:r>
          </a:p>
          <a:p>
            <a:endParaRPr lang="en-GB" dirty="0"/>
          </a:p>
          <a:p>
            <a:r>
              <a:rPr lang="en-GB" dirty="0"/>
              <a:t>#</a:t>
            </a:r>
          </a:p>
          <a:p>
            <a:endParaRPr lang="en-GB" dirty="0"/>
          </a:p>
          <a:p>
            <a:r>
              <a:rPr lang="en-GB" dirty="0"/>
              <a:t>However, this doesn’t mean that there isn’t information in the symptoms that could still be used to improve the prediction.</a:t>
            </a:r>
          </a:p>
          <a:p>
            <a:endParaRPr lang="en-GB" dirty="0"/>
          </a:p>
          <a:p>
            <a:r>
              <a:rPr lang="en-GB" dirty="0"/>
              <a:t>The Figure on the Right shows that, if we held the environment constant, symptoms are a good predictor of diabetes.</a:t>
            </a:r>
          </a:p>
          <a:p>
            <a:endParaRPr lang="en-GB" dirty="0"/>
          </a:p>
          <a:p>
            <a:r>
              <a:rPr lang="en-GB" dirty="0"/>
              <a:t>The probability of diabetes changes with a change in symptoms.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6543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So, the question is, how can we make use of symptom information in a “safe” way?</a:t>
            </a:r>
          </a:p>
          <a:p>
            <a:endParaRPr lang="en-GB" dirty="0"/>
          </a:p>
          <a:p>
            <a:r>
              <a:rPr lang="en-GB" dirty="0"/>
              <a:t>The solution is to move from the paradigm of singleton predictions (predict only for one patient) to the paradigm of Group Predictions (predict jointly for all the patients in a region).</a:t>
            </a:r>
          </a:p>
          <a:p>
            <a:endParaRPr lang="en-GB" dirty="0"/>
          </a:p>
          <a:p>
            <a:r>
              <a:rPr lang="en-GB" dirty="0"/>
              <a:t>#</a:t>
            </a:r>
          </a:p>
          <a:p>
            <a:endParaRPr lang="en-GB" dirty="0"/>
          </a:p>
          <a:p>
            <a:r>
              <a:rPr lang="en-GB" dirty="0"/>
              <a:t>Here, I propose an example of a group predictor using my Group-Instance Model.</a:t>
            </a:r>
          </a:p>
          <a:p>
            <a:endParaRPr lang="en-GB" dirty="0"/>
          </a:p>
          <a:p>
            <a:r>
              <a:rPr lang="en-GB" dirty="0"/>
              <a:t>Firstly, I decompose the probability of a group of diagnoses conditioned on a group of covariates (both causes and symptoms, we don’t know which is which).</a:t>
            </a:r>
          </a:p>
          <a:p>
            <a:endParaRPr lang="en-GB" dirty="0"/>
          </a:p>
          <a:p>
            <a:r>
              <a:rPr lang="en-GB" dirty="0"/>
              <a:t>I decompose it into a per-patient prediction problem like before, but which additionally conditions on the group-level latent variable w.</a:t>
            </a:r>
          </a:p>
          <a:p>
            <a:endParaRPr lang="en-GB" dirty="0"/>
          </a:p>
          <a:p>
            <a:r>
              <a:rPr lang="en-GB" dirty="0"/>
              <a:t>That group-level latent variable is inferred at test-time from the group of observations using a Group-Instance Variational Autoencoder.</a:t>
            </a:r>
          </a:p>
          <a:p>
            <a:endParaRPr lang="en-GB" dirty="0"/>
          </a:p>
          <a:p>
            <a:r>
              <a:rPr lang="en-GB" dirty="0"/>
              <a:t>So the procedure is: </a:t>
            </a:r>
          </a:p>
          <a:p>
            <a:endParaRPr lang="en-GB" dirty="0"/>
          </a:p>
          <a:p>
            <a:pPr marL="228600" indent="-228600">
              <a:buAutoNum type="arabicPeriod"/>
            </a:pPr>
            <a:r>
              <a:rPr lang="en-GB" dirty="0"/>
              <a:t>Pre-train the Group-Instance VAE on grouped data.</a:t>
            </a:r>
          </a:p>
          <a:p>
            <a:pPr marL="228600" indent="-228600">
              <a:buAutoNum type="arabicPeriod"/>
            </a:pPr>
            <a:r>
              <a:rPr lang="en-GB" dirty="0"/>
              <a:t>Train a regressor on the inferred </a:t>
            </a:r>
            <a:r>
              <a:rPr lang="en-GB" dirty="0" err="1"/>
              <a:t>latents</a:t>
            </a:r>
            <a:r>
              <a:rPr lang="en-GB" dirty="0"/>
              <a:t> extracted from the VAE.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9886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procedure actually outperforms causal predictors when extrapolating to new environments.</a:t>
            </a:r>
          </a:p>
          <a:p>
            <a:endParaRPr lang="en-GB" dirty="0"/>
          </a:p>
          <a:p>
            <a:r>
              <a:rPr lang="en-GB" dirty="0"/>
              <a:t>Here we have 2 training environments and 1 held-out environment.</a:t>
            </a:r>
          </a:p>
          <a:p>
            <a:endParaRPr lang="en-GB" dirty="0"/>
          </a:p>
          <a:p>
            <a:r>
              <a:rPr lang="en-GB" dirty="0"/>
              <a:t>The Group Predictor vastly outperforms the Causal Predictor.</a:t>
            </a:r>
          </a:p>
          <a:p>
            <a:endParaRPr lang="en-GB" dirty="0"/>
          </a:p>
          <a:p>
            <a:r>
              <a:rPr lang="en-GB" dirty="0"/>
              <a:t>It even comes close to the Oracle (which is a Naïve predictor trained on the testing environment)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025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research question I pursued in my PhD is how to aggregate information from a group of observations?</a:t>
            </a:r>
          </a:p>
          <a:p>
            <a:endParaRPr lang="en-US"/>
          </a:p>
          <a:p>
            <a:r>
              <a:rPr lang="en-US"/>
              <a:t>In the real world, high-dimensional data often comes in groups.</a:t>
            </a:r>
          </a:p>
          <a:p>
            <a:endParaRPr lang="en-US"/>
          </a:p>
          <a:p>
            <a:r>
              <a:rPr lang="en-US"/>
              <a:t>For example, these are photos of architectural elements grouped by city. We see that each city has an overall different style.</a:t>
            </a:r>
          </a:p>
          <a:p>
            <a:endParaRPr lang="en-US"/>
          </a:p>
          <a:p>
            <a:r>
              <a:rPr lang="en-US"/>
              <a:t>However, most Machine Learning methods only make predictions at the individual level. </a:t>
            </a:r>
          </a:p>
          <a:p>
            <a:endParaRPr lang="en-US"/>
          </a:p>
          <a:p>
            <a:r>
              <a:rPr lang="en-US"/>
              <a:t>Single observations are often ambiguous. It’s hard to tell whether a single photo comes from Paris or Prague.</a:t>
            </a:r>
          </a:p>
          <a:p>
            <a:endParaRPr lang="en-US"/>
          </a:p>
          <a:p>
            <a:r>
              <a:rPr lang="en-US"/>
              <a:t>There is a lot of information wasted.</a:t>
            </a:r>
          </a:p>
          <a:p>
            <a:endParaRPr lang="en-US"/>
          </a:p>
          <a:p>
            <a:r>
              <a:rPr lang="en-US"/>
              <a:t>We will investigate how to aggregate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7085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 are missingness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7030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alignment loss is a </a:t>
            </a:r>
            <a:r>
              <a:rPr lang="en-US" err="1"/>
              <a:t>regularisation</a:t>
            </a:r>
            <a:r>
              <a:rPr lang="en-US"/>
              <a:t> term. </a:t>
            </a:r>
          </a:p>
          <a:p>
            <a:endParaRPr lang="en-US"/>
          </a:p>
          <a:p>
            <a:r>
              <a:rPr lang="en-US"/>
              <a:t>It encourages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5AD2E-89E1-4370-8739-344D4E353C41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895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5625AB8A-B804-4C05-BD28-FB95C54EF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65750"/>
            <a:ext cx="9140825" cy="665163"/>
          </a:xfrm>
          <a:prstGeom prst="rect">
            <a:avLst/>
          </a:prstGeom>
          <a:solidFill>
            <a:srgbClr val="003E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7517D6D-681A-4295-9A0D-8CED85D1C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0913"/>
            <a:ext cx="9140825" cy="173037"/>
          </a:xfrm>
          <a:prstGeom prst="rect">
            <a:avLst/>
          </a:prstGeom>
          <a:solidFill>
            <a:srgbClr val="6AAD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4175" y="2016125"/>
            <a:ext cx="8374063" cy="576263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4175" y="2774950"/>
            <a:ext cx="8374063" cy="539750"/>
          </a:xfrm>
        </p:spPr>
        <p:txBody>
          <a:bodyPr/>
          <a:lstStyle>
            <a:lvl1pPr marL="0" indent="0">
              <a:buFontTx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noProof="0"/>
              <a:t>Click to edit Master subtitle style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E20DC7D-5229-49FD-AE0A-6709536DD9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7862888" y="6448425"/>
            <a:ext cx="900112" cy="1793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7AC216-041A-44A4-B5AB-80C1521BAB1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8421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EA17AB-B8D2-4FBB-8F3A-3C36E1D9E0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4D10C6-676A-42AD-AF0A-D202E481C7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868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EBCDE6-F095-448E-A91C-5229FB1878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9A6FEA-E865-43B0-9CBB-C1502FF683E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498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175" y="1708150"/>
            <a:ext cx="4110038" cy="4067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08150"/>
            <a:ext cx="4111625" cy="4067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8F397C-52FB-4AEF-A4BD-A1B4D8834BD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55023D-4CAB-4A05-9EE6-2A94DFF1D14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0538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9B699-388C-4529-9C82-930F4C8298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ADC1E3-72DD-4285-A87B-2DFA9C60E3A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9494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2D588D0-AD0E-4314-A631-95E18A584F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22CD49-8928-488B-B09F-6730EA983BE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304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35B7FC8-0946-454B-B375-D7BE6401A6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66430D-5D7F-4DC0-A9CE-56B173CE581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076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1A47D0-EF0C-45FF-A0CB-86F80988FD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3112A3-5F43-48B3-9919-6C69ADA7D71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9482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39648E4-5F4D-41DA-86F5-AE988A7C12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79EC82-3A38-42F8-B20F-C4BA196B442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43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73F3B9-EB4B-48B0-A499-3A6BEF8D46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00A4F9-908B-416C-9D26-7A92CE4F39D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92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5913" y="398463"/>
            <a:ext cx="2093912" cy="53768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175" y="398463"/>
            <a:ext cx="6129338" cy="53768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F798D2-1C06-4475-BA0D-CA6FB90A27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954144-9285-4E94-97F5-BA7785277F4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50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9B15AB-FD17-404F-A74B-EB6D08463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4175" y="398463"/>
            <a:ext cx="8375650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F34970-0ED4-41B5-B528-16141A758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1708150"/>
            <a:ext cx="8374063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DE82EC-9569-4E10-B1A0-0F2A2411A1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62888" y="6451600"/>
            <a:ext cx="900112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CF5641A-EC8F-47E8-B385-FEB744445A42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9pPr>
    </p:titleStyle>
    <p:bodyStyle>
      <a:lvl1pPr marL="269875" indent="-269875" algn="l" rtl="0" eaLnBrk="0" fontAlgn="base" hangingPunct="0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66700" algn="l" rtl="0" eaLnBrk="0" fontAlgn="base" hangingPunct="0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2pPr>
      <a:lvl3pPr marL="809625" indent="-269875" algn="l" rtl="0" eaLnBrk="0" fontAlgn="base" hangingPunct="0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3pPr>
      <a:lvl4pPr marL="1079500" indent="-268288" algn="l" rtl="0" eaLnBrk="0" fontAlgn="base" hangingPunct="0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4pPr>
      <a:lvl5pPr marL="1350963" indent="-269875" algn="l" rtl="0" eaLnBrk="0" fontAlgn="base" hangingPunct="0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5pPr>
      <a:lvl6pPr marL="18081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6pPr>
      <a:lvl7pPr marL="22653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7pPr>
      <a:lvl8pPr marL="27225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8pPr>
      <a:lvl9pPr marL="3179763" indent="-269875" algn="l" rtl="0" fontAlgn="base">
        <a:spcBef>
          <a:spcPct val="0"/>
        </a:spcBef>
        <a:spcAft>
          <a:spcPct val="7500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7415F0D-5CE4-4FEC-AEE3-DA8FE2AE2C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Deep Learning for Grouped Data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C013F40-5340-492C-ABA7-CB05D29489E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ptos" panose="020B0004020202020204" pitchFamily="34" charset="0"/>
              </a:rPr>
              <a:t>Dan Andrei Iliescu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3D353B-4EE6-45FB-850E-FA83841D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5548313"/>
            <a:ext cx="837406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chemeClr val="tx2"/>
                </a:solidFill>
                <a:latin typeface="Aptos Light" panose="020B0004020202020204" pitchFamily="34" charset="0"/>
              </a:rPr>
              <a:t>Department of Computer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B2DE326-59F2-4945-9535-0AF48B41A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It started in 2018</a:t>
            </a:r>
          </a:p>
        </p:txBody>
      </p:sp>
      <p:pic>
        <p:nvPicPr>
          <p:cNvPr id="4" name="Content Placeholder 3" descr="A close-up of a newspaper&#10;&#10;Description automatically generated">
            <a:extLst>
              <a:ext uri="{FF2B5EF4-FFF2-40B4-BE49-F238E27FC236}">
                <a16:creationId xmlns:a16="http://schemas.microsoft.com/office/drawing/2014/main" id="{A63291CB-4962-0519-741F-7B0E72C93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844824"/>
            <a:ext cx="6959600" cy="3670300"/>
          </a:xfrm>
        </p:spPr>
      </p:pic>
    </p:spTree>
    <p:extLst>
      <p:ext uri="{BB962C8B-B14F-4D97-AF65-F5344CB8AC3E}">
        <p14:creationId xmlns:p14="http://schemas.microsoft.com/office/powerpoint/2010/main" val="256217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403C-92C6-F284-7375-4EBA4BC8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72246F6-3DBD-B02D-81AA-5F73FC1FC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Combining 2D Views Into a 3D Scene</a:t>
            </a:r>
          </a:p>
        </p:txBody>
      </p:sp>
      <p:pic>
        <p:nvPicPr>
          <p:cNvPr id="5" name="Content Placeholder 4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5B9BC048-C2A8-6052-7835-7E5A82A63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220888"/>
            <a:ext cx="8374063" cy="3041699"/>
          </a:xfrm>
        </p:spPr>
      </p:pic>
    </p:spTree>
    <p:extLst>
      <p:ext uri="{BB962C8B-B14F-4D97-AF65-F5344CB8AC3E}">
        <p14:creationId xmlns:p14="http://schemas.microsoft.com/office/powerpoint/2010/main" val="19932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401B-AEAD-D2C7-F570-E52C74C3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28CFD94B-BE1C-F2E8-E7C0-883F4E130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Theoretical Solution: Bayesian Accumulation</a:t>
            </a:r>
          </a:p>
        </p:txBody>
      </p:sp>
      <p:pic>
        <p:nvPicPr>
          <p:cNvPr id="4" name="Content Placeholder 3" descr="A graph showing a graph showing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B3E5B1BA-B5D7-DE3C-8DE5-BE7E64545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40" y="1708150"/>
            <a:ext cx="5253732" cy="4067175"/>
          </a:xfrm>
        </p:spPr>
      </p:pic>
    </p:spTree>
    <p:extLst>
      <p:ext uri="{BB962C8B-B14F-4D97-AF65-F5344CB8AC3E}">
        <p14:creationId xmlns:p14="http://schemas.microsoft.com/office/powerpoint/2010/main" val="184273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2D0F-FDCC-933D-949B-AFA647BC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407D9C14-CBB4-5656-14B5-1E0E72BBB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However…</a:t>
            </a:r>
          </a:p>
        </p:txBody>
      </p:sp>
      <p:pic>
        <p:nvPicPr>
          <p:cNvPr id="4" name="Content Placeholder 3" descr="A close up of a document&#10;&#10;Description automatically generated">
            <a:extLst>
              <a:ext uri="{FF2B5EF4-FFF2-40B4-BE49-F238E27FC236}">
                <a16:creationId xmlns:a16="http://schemas.microsoft.com/office/drawing/2014/main" id="{B903E485-F0FB-469C-8654-0108188B0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628800"/>
            <a:ext cx="7670800" cy="2717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2B7F9-7045-50FF-8013-16480B62431B}"/>
              </a:ext>
            </a:extLst>
          </p:cNvPr>
          <p:cNvSpPr txBox="1"/>
          <p:nvPr/>
        </p:nvSpPr>
        <p:spPr>
          <a:xfrm>
            <a:off x="736600" y="4645243"/>
            <a:ext cx="767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>
                <a:solidFill>
                  <a:schemeClr val="accent6"/>
                </a:solidFill>
                <a:latin typeface="Aptos" panose="020B0004020202020204" pitchFamily="34" charset="0"/>
              </a:rPr>
              <a:t>“We do not know how to organize inputs when they correspond to random variables and the task is to model their unknown joint probability.”</a:t>
            </a:r>
          </a:p>
        </p:txBody>
      </p:sp>
    </p:spTree>
    <p:extLst>
      <p:ext uri="{BB962C8B-B14F-4D97-AF65-F5344CB8AC3E}">
        <p14:creationId xmlns:p14="http://schemas.microsoft.com/office/powerpoint/2010/main" val="3911431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8609-2413-0F4B-36E7-62354712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DA8A06E7-2A84-53B5-D01B-7390F5D0F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My PhD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15D94780-7E2C-8132-44A4-40EBB3C6C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Aptos" panose="020B0004020202020204" pitchFamily="34" charset="0"/>
              </a:rPr>
              <a:t>How can we implement Bayesian accumulation using deep learning?</a:t>
            </a:r>
          </a:p>
          <a:p>
            <a:pPr marL="0" indent="0" eaLnBrk="1" hangingPunct="1">
              <a:buNone/>
            </a:pPr>
            <a:endParaRPr lang="en-US" altLang="en-US" dirty="0">
              <a:latin typeface="Aptos" panose="020B00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Aptos" panose="020B0004020202020204" pitchFamily="34" charset="0"/>
              </a:rPr>
              <a:t>More precisely:</a:t>
            </a:r>
          </a:p>
          <a:p>
            <a:pPr marL="0" indent="0" eaLnBrk="1" hangingPunct="1">
              <a:buNone/>
            </a:pPr>
            <a:endParaRPr lang="en-US" altLang="en-US" dirty="0">
              <a:latin typeface="Aptos" panose="020B00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Aptos" panose="020B0004020202020204" pitchFamily="34" charset="0"/>
              </a:rPr>
              <a:t>How can we train a Neural Network to learn </a:t>
            </a:r>
            <a:r>
              <a:rPr lang="en-US" altLang="en-US" i="1" dirty="0">
                <a:solidFill>
                  <a:schemeClr val="accent6"/>
                </a:solidFill>
                <a:latin typeface="Aptos" panose="020B0004020202020204" pitchFamily="34" charset="0"/>
              </a:rPr>
              <a:t>a joint distribution over a set of exchangeable variables </a:t>
            </a:r>
            <a:r>
              <a:rPr lang="en-US" altLang="en-US" dirty="0">
                <a:latin typeface="Aptos" panose="020B0004020202020204" pitchFamily="34" charset="0"/>
              </a:rPr>
              <a:t>(i.e., a group)</a:t>
            </a:r>
            <a:r>
              <a:rPr lang="en-US" altLang="en-US" i="1" dirty="0">
                <a:latin typeface="Aptos" panose="020B0004020202020204" pitchFamily="34" charset="0"/>
              </a:rPr>
              <a:t>?</a:t>
            </a:r>
          </a:p>
          <a:p>
            <a:pPr marL="0" indent="0" eaLnBrk="1" hangingPunct="1">
              <a:buNone/>
            </a:pPr>
            <a:endParaRPr lang="en-US" altLang="en-US" i="1" dirty="0">
              <a:latin typeface="Aptos" panose="020B00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Aptos" panose="020B0004020202020204" pitchFamily="34" charset="0"/>
              </a:rPr>
              <a:t>The data is high-dimensional.</a:t>
            </a:r>
          </a:p>
        </p:txBody>
      </p:sp>
    </p:spTree>
    <p:extLst>
      <p:ext uri="{BB962C8B-B14F-4D97-AF65-F5344CB8AC3E}">
        <p14:creationId xmlns:p14="http://schemas.microsoft.com/office/powerpoint/2010/main" val="363495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5D2D-1DCA-7523-CECD-7DD5678E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ABE1486B-8B11-F6D9-A278-A60AA4B8B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This Presentation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0B7D3434-B851-5E09-0BC9-D1AC5BD1A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ptos" panose="020B0004020202020204" pitchFamily="34" charset="0"/>
              </a:rPr>
              <a:t>My approach: the Group-Instance Model</a:t>
            </a:r>
          </a:p>
          <a:p>
            <a:pPr eaLnBrk="1" hangingPunct="1"/>
            <a:r>
              <a:rPr lang="en-US" altLang="en-US">
                <a:latin typeface="Aptos" panose="020B0004020202020204" pitchFamily="34" charset="0"/>
              </a:rPr>
              <a:t>Three case studies:</a:t>
            </a:r>
          </a:p>
          <a:p>
            <a:pPr lvl="1" eaLnBrk="1" hangingPunct="1"/>
            <a:r>
              <a:rPr lang="en-US" altLang="en-US">
                <a:latin typeface="Aptos" panose="020B0004020202020204" pitchFamily="34" charset="0"/>
              </a:rPr>
              <a:t>The Initial Problem – Style-Content Disentanglement</a:t>
            </a:r>
          </a:p>
          <a:p>
            <a:pPr lvl="1" eaLnBrk="1" hangingPunct="1"/>
            <a:r>
              <a:rPr lang="en-US" altLang="en-US">
                <a:latin typeface="Aptos" panose="020B0004020202020204" pitchFamily="34" charset="0"/>
              </a:rPr>
              <a:t>A Lateral Move – Missing Data Imputation</a:t>
            </a:r>
          </a:p>
          <a:p>
            <a:pPr lvl="1" eaLnBrk="1" hangingPunct="1"/>
            <a:r>
              <a:rPr lang="en-US" altLang="en-US">
                <a:solidFill>
                  <a:schemeClr val="accent6"/>
                </a:solidFill>
                <a:latin typeface="Aptos" panose="020B0004020202020204" pitchFamily="34" charset="0"/>
              </a:rPr>
              <a:t>The Future – Unsupervised Domain Adaptation</a:t>
            </a:r>
          </a:p>
        </p:txBody>
      </p:sp>
    </p:spTree>
    <p:extLst>
      <p:ext uri="{BB962C8B-B14F-4D97-AF65-F5344CB8AC3E}">
        <p14:creationId xmlns:p14="http://schemas.microsoft.com/office/powerpoint/2010/main" val="246470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3A2A-9891-B458-1C1C-A7D6FBEB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2CD9369A-EDDD-6B5E-0F29-2C6E86ABD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My Approach: The Group-Instance Model</a:t>
            </a:r>
          </a:p>
        </p:txBody>
      </p:sp>
      <p:pic>
        <p:nvPicPr>
          <p:cNvPr id="4" name="Content Placeholder 3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8498DA32-68F8-E801-6FC8-D4C1174C3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619" y="1708150"/>
            <a:ext cx="5977174" cy="4067175"/>
          </a:xfrm>
        </p:spPr>
      </p:pic>
    </p:spTree>
    <p:extLst>
      <p:ext uri="{BB962C8B-B14F-4D97-AF65-F5344CB8AC3E}">
        <p14:creationId xmlns:p14="http://schemas.microsoft.com/office/powerpoint/2010/main" val="7532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1EC3-C5DE-61FD-1EA2-14A7538F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64137D88-3B58-E8F6-FEBE-8EF5044A2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Problems and Insights</a:t>
            </a:r>
          </a:p>
        </p:txBody>
      </p:sp>
      <p:pic>
        <p:nvPicPr>
          <p:cNvPr id="5" name="Content Placeholder 4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A0FF7575-1B8C-73B4-BFA6-7D22FB6BB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2295896"/>
            <a:ext cx="8374063" cy="22662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9DC086-B34B-0D6F-6C32-40F1398C1E91}"/>
              </a:ext>
            </a:extLst>
          </p:cNvPr>
          <p:cNvSpPr txBox="1"/>
          <p:nvPr/>
        </p:nvSpPr>
        <p:spPr>
          <a:xfrm>
            <a:off x="384176" y="4669708"/>
            <a:ext cx="2569167" cy="1077218"/>
          </a:xfrm>
          <a:prstGeom prst="rect">
            <a:avLst/>
          </a:prstGeom>
          <a:solidFill>
            <a:schemeClr val="tx2">
              <a:lumMod val="95000"/>
            </a:schemeClr>
          </a:solidFill>
          <a:ln cap="rnd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569167"/>
                      <a:gd name="connsiteY0" fmla="*/ 0 h 1077218"/>
                      <a:gd name="connsiteX1" fmla="*/ 2569167 w 2569167"/>
                      <a:gd name="connsiteY1" fmla="*/ 0 h 1077218"/>
                      <a:gd name="connsiteX2" fmla="*/ 2569167 w 2569167"/>
                      <a:gd name="connsiteY2" fmla="*/ 1077218 h 1077218"/>
                      <a:gd name="connsiteX3" fmla="*/ 0 w 2569167"/>
                      <a:gd name="connsiteY3" fmla="*/ 1077218 h 1077218"/>
                      <a:gd name="connsiteX4" fmla="*/ 0 w 2569167"/>
                      <a:gd name="connsiteY4" fmla="*/ 0 h 10772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69167" h="1077218" extrusionOk="0">
                        <a:moveTo>
                          <a:pt x="0" y="0"/>
                        </a:moveTo>
                        <a:cubicBezTo>
                          <a:pt x="1181042" y="118645"/>
                          <a:pt x="1339806" y="116012"/>
                          <a:pt x="2569167" y="0"/>
                        </a:cubicBezTo>
                        <a:cubicBezTo>
                          <a:pt x="2559414" y="214159"/>
                          <a:pt x="2568977" y="764602"/>
                          <a:pt x="2569167" y="1077218"/>
                        </a:cubicBezTo>
                        <a:cubicBezTo>
                          <a:pt x="1647502" y="1211818"/>
                          <a:pt x="710906" y="920022"/>
                          <a:pt x="0" y="1077218"/>
                        </a:cubicBezTo>
                        <a:cubicBezTo>
                          <a:pt x="-71595" y="575089"/>
                          <a:pt x="13273" y="2282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A  NN can only disentangle if it learns the</a:t>
            </a:r>
            <a:r>
              <a:rPr lang="en-GB" sz="1600" dirty="0">
                <a:solidFill>
                  <a:schemeClr val="accent6"/>
                </a:solidFill>
                <a:latin typeface="Aptos" panose="020B0004020202020204" pitchFamily="34" charset="0"/>
              </a:rPr>
              <a:t> joint distribution of the instance and group </a:t>
            </a:r>
            <a:r>
              <a:rPr lang="en-GB" sz="1600" dirty="0">
                <a:latin typeface="Aptos" panose="020B0004020202020204" pitchFamily="34" charset="0"/>
              </a:rPr>
              <a:t>latent variables!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14D35-CFAE-B645-A0B4-B2AEDAAD19A6}"/>
              </a:ext>
            </a:extLst>
          </p:cNvPr>
          <p:cNvSpPr txBox="1"/>
          <p:nvPr/>
        </p:nvSpPr>
        <p:spPr>
          <a:xfrm>
            <a:off x="3287417" y="4669708"/>
            <a:ext cx="2569167" cy="1077218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Aptos" panose="020B0004020202020204" pitchFamily="34" charset="0"/>
              </a:rPr>
              <a:t>When a NN learns a joint distribution over a group, </a:t>
            </a:r>
            <a:r>
              <a:rPr lang="en-GB" sz="1600" i="1" dirty="0">
                <a:solidFill>
                  <a:schemeClr val="accent6"/>
                </a:solidFill>
                <a:latin typeface="Aptos" panose="020B0004020202020204" pitchFamily="34" charset="0"/>
              </a:rPr>
              <a:t>it will ignore some of the variables</a:t>
            </a:r>
            <a:r>
              <a:rPr lang="en-GB" sz="1600" i="1" dirty="0"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E64DA-D6D3-3286-8F2C-E0EC93903BCF}"/>
              </a:ext>
            </a:extLst>
          </p:cNvPr>
          <p:cNvSpPr txBox="1"/>
          <p:nvPr/>
        </p:nvSpPr>
        <p:spPr>
          <a:xfrm>
            <a:off x="1468206" y="171112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D769C-FB19-868C-8876-6747C09F8F24}"/>
              </a:ext>
            </a:extLst>
          </p:cNvPr>
          <p:cNvSpPr txBox="1"/>
          <p:nvPr/>
        </p:nvSpPr>
        <p:spPr>
          <a:xfrm>
            <a:off x="4370654" y="171112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228641-1DBC-E41E-3BC0-D9D7E39F5F28}"/>
              </a:ext>
            </a:extLst>
          </p:cNvPr>
          <p:cNvSpPr txBox="1"/>
          <p:nvPr/>
        </p:nvSpPr>
        <p:spPr>
          <a:xfrm>
            <a:off x="6190658" y="4669708"/>
            <a:ext cx="2569167" cy="1077218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Aptos" panose="020B0004020202020204" pitchFamily="34" charset="0"/>
              </a:rPr>
              <a:t>A NN can outperform causal predictors by </a:t>
            </a:r>
            <a:r>
              <a:rPr lang="en-GB" sz="1600" i="1" dirty="0">
                <a:solidFill>
                  <a:schemeClr val="accent6"/>
                </a:solidFill>
                <a:latin typeface="Aptos" panose="020B0004020202020204" pitchFamily="34" charset="0"/>
              </a:rPr>
              <a:t>conditioning it on the group </a:t>
            </a:r>
            <a:r>
              <a:rPr lang="en-GB" sz="1600" i="1" dirty="0">
                <a:latin typeface="Aptos" panose="020B0004020202020204" pitchFamily="34" charset="0"/>
              </a:rPr>
              <a:t>of observations!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272AA-CA07-FEF7-017E-17A540D7C1AC}"/>
              </a:ext>
            </a:extLst>
          </p:cNvPr>
          <p:cNvSpPr txBox="1"/>
          <p:nvPr/>
        </p:nvSpPr>
        <p:spPr>
          <a:xfrm>
            <a:off x="7274690" y="171111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023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0A4A-9A61-57E4-FE5E-2DFB4846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6799C6-4591-C569-08F4-5DD9DBCA9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 dirty="0">
              <a:latin typeface="Aptos Light" panose="020B00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ptos Light" panose="020B0004020202020204" pitchFamily="34" charset="0"/>
              </a:rPr>
              <a:t>Unsupervised Domain Adaptation</a:t>
            </a:r>
          </a:p>
          <a:p>
            <a:pPr marL="0" indent="0">
              <a:buNone/>
            </a:pPr>
            <a:endParaRPr lang="en-GB" sz="1800" b="1" dirty="0"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1800" b="1" dirty="0">
                <a:effectLst/>
                <a:latin typeface="Aptos" panose="020B0004020202020204" pitchFamily="34" charset="0"/>
              </a:rPr>
              <a:t>Dan Andrei Iliescu</a:t>
            </a:r>
            <a:r>
              <a:rPr lang="en-GB" sz="1800" dirty="0">
                <a:effectLst/>
                <a:latin typeface="Aptos" panose="020B0004020202020204" pitchFamily="34" charset="0"/>
              </a:rPr>
              <a:t>, and Damon J </a:t>
            </a:r>
            <a:r>
              <a:rPr lang="en-GB" sz="1800" dirty="0" err="1">
                <a:effectLst/>
                <a:latin typeface="Aptos" panose="020B0004020202020204" pitchFamily="34" charset="0"/>
              </a:rPr>
              <a:t>Wischik</a:t>
            </a:r>
            <a:r>
              <a:rPr lang="en-GB" sz="1800" dirty="0">
                <a:effectLst/>
                <a:latin typeface="Aptos" panose="020B0004020202020204" pitchFamily="34" charset="0"/>
              </a:rPr>
              <a:t>. “</a:t>
            </a:r>
            <a:r>
              <a:rPr lang="en-GB" sz="1800" b="0" dirty="0">
                <a:effectLst/>
                <a:latin typeface="Aptos" panose="020B0004020202020204" pitchFamily="34" charset="0"/>
              </a:rPr>
              <a:t>Contextual Predictions: A Bayesian Approach to Domain Adaptation</a:t>
            </a:r>
            <a:r>
              <a:rPr lang="en-GB" sz="1800" dirty="0">
                <a:effectLst/>
                <a:latin typeface="Aptos" panose="020B0004020202020204" pitchFamily="34" charset="0"/>
              </a:rPr>
              <a:t>”. Under </a:t>
            </a:r>
            <a:r>
              <a:rPr lang="en-GB" sz="1800" dirty="0">
                <a:latin typeface="Aptos" panose="020B0004020202020204" pitchFamily="34" charset="0"/>
              </a:rPr>
              <a:t>r</a:t>
            </a:r>
            <a:r>
              <a:rPr lang="en-GB" sz="1800" dirty="0">
                <a:effectLst/>
                <a:latin typeface="Aptos" panose="020B0004020202020204" pitchFamily="34" charset="0"/>
              </a:rPr>
              <a:t>eview for </a:t>
            </a:r>
            <a:r>
              <a:rPr lang="en-GB" sz="1800" i="1" dirty="0">
                <a:effectLst/>
                <a:latin typeface="Aptos" panose="020B0004020202020204" pitchFamily="34" charset="0"/>
              </a:rPr>
              <a:t>Conference on </a:t>
            </a:r>
            <a:r>
              <a:rPr lang="en-GB" sz="1800" i="1" dirty="0">
                <a:latin typeface="Aptos" panose="020B0004020202020204" pitchFamily="34" charset="0"/>
              </a:rPr>
              <a:t>Causal Learning and Reasoning,</a:t>
            </a:r>
            <a:r>
              <a:rPr lang="en-GB" sz="1800" dirty="0">
                <a:latin typeface="Aptos" panose="020B0004020202020204" pitchFamily="34" charset="0"/>
              </a:rPr>
              <a:t> 2025</a:t>
            </a:r>
          </a:p>
          <a:p>
            <a:pPr marL="0" indent="0">
              <a:buNone/>
            </a:pPr>
            <a:endParaRPr lang="en-GB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4000" dirty="0">
              <a:latin typeface="Aptos Light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8899E6-F85D-C82C-D892-DF8EA353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8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7A1C-410F-F81A-761E-BE67CB17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CDDE8841-2F4F-7A1A-428E-1AC986B82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Causal Predictors are guaranteed to be robust</a:t>
            </a:r>
          </a:p>
        </p:txBody>
      </p:sp>
      <p:pic>
        <p:nvPicPr>
          <p:cNvPr id="8" name="Content Placeholder 7" descr="A diagram of a algorithm&#10;&#10;Description automatically generated">
            <a:extLst>
              <a:ext uri="{FF2B5EF4-FFF2-40B4-BE49-F238E27FC236}">
                <a16:creationId xmlns:a16="http://schemas.microsoft.com/office/drawing/2014/main" id="{5C04ABB3-8807-2863-CDE5-10F482902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413" y="1708150"/>
            <a:ext cx="5363587" cy="4067175"/>
          </a:xfrm>
        </p:spPr>
      </p:pic>
    </p:spTree>
    <p:extLst>
      <p:ext uri="{BB962C8B-B14F-4D97-AF65-F5344CB8AC3E}">
        <p14:creationId xmlns:p14="http://schemas.microsoft.com/office/powerpoint/2010/main" val="236069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BD07C-1B23-40A5-F009-E78D5DD0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E8612B80-251C-5007-64A1-A7A039EA9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But Causal Predictors cannot use symptoms</a:t>
            </a:r>
          </a:p>
        </p:txBody>
      </p:sp>
      <p:pic>
        <p:nvPicPr>
          <p:cNvPr id="5" name="Content Placeholder 4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0A5987B4-FBC7-0502-7797-F4ECC805C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427867"/>
            <a:ext cx="8374063" cy="2627740"/>
          </a:xfrm>
        </p:spPr>
      </p:pic>
    </p:spTree>
    <p:extLst>
      <p:ext uri="{BB962C8B-B14F-4D97-AF65-F5344CB8AC3E}">
        <p14:creationId xmlns:p14="http://schemas.microsoft.com/office/powerpoint/2010/main" val="339556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DC77-8903-E895-B881-F09631DD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8696859-2F23-07FB-A056-76CBBD8CC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Group Predictors can use symptoms (safely)</a:t>
            </a:r>
          </a:p>
        </p:txBody>
      </p:sp>
      <p:pic>
        <p:nvPicPr>
          <p:cNvPr id="5" name="Content Placeholder 4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BFEBD567-A729-C1DB-1B64-6E23F3C4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57" y="2760612"/>
            <a:ext cx="7734698" cy="1962251"/>
          </a:xfrm>
        </p:spPr>
      </p:pic>
    </p:spTree>
    <p:extLst>
      <p:ext uri="{BB962C8B-B14F-4D97-AF65-F5344CB8AC3E}">
        <p14:creationId xmlns:p14="http://schemas.microsoft.com/office/powerpoint/2010/main" val="1887434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86DB-A84C-A188-C3C4-921C7DA8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06FBE794-C738-6237-10D6-510912FB1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Group Predictors outperform Causal Predictors</a:t>
            </a:r>
          </a:p>
        </p:txBody>
      </p:sp>
      <p:pic>
        <p:nvPicPr>
          <p:cNvPr id="4" name="Content Placeholder 3" descr="A row of colorful boxes with text&#10;&#10;Description automatically generated with medium confidence">
            <a:extLst>
              <a:ext uri="{FF2B5EF4-FFF2-40B4-BE49-F238E27FC236}">
                <a16:creationId xmlns:a16="http://schemas.microsoft.com/office/drawing/2014/main" id="{760056C7-EF6B-9386-C4AD-5A2B89ECA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" y="1708150"/>
            <a:ext cx="8134350" cy="4067175"/>
          </a:xfrm>
        </p:spPr>
      </p:pic>
    </p:spTree>
    <p:extLst>
      <p:ext uri="{BB962C8B-B14F-4D97-AF65-F5344CB8AC3E}">
        <p14:creationId xmlns:p14="http://schemas.microsoft.com/office/powerpoint/2010/main" val="121503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5465-B799-8ED0-8FDF-73603B0D9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4A1A91DB-5016-3320-FB00-C2C8AE9F5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Summary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42BB8110-7D2A-B0C6-FA45-44F2CB204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dirty="0">
                <a:latin typeface="Aptos" panose="020B0004020202020204" pitchFamily="34" charset="0"/>
              </a:rPr>
              <a:t>We want to train models to perform Bayesian accumulation.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dirty="0">
                <a:latin typeface="Aptos" panose="020B0004020202020204" pitchFamily="34" charset="0"/>
              </a:rPr>
              <a:t>However, the implementation is not straightforward.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dirty="0">
                <a:latin typeface="Aptos" panose="020B0004020202020204" pitchFamily="34" charset="0"/>
              </a:rPr>
              <a:t>I propose my own implementation, the Group-Instance Model, which reveals new insights for Style-Content Disentanglement and Missing Data Imputation.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dirty="0">
                <a:latin typeface="Aptos" panose="020B0004020202020204" pitchFamily="34" charset="0"/>
              </a:rPr>
              <a:t>The future of supervised learning are Contextual Predictions.</a:t>
            </a:r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1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445F-B652-F4B7-07F5-6809AA62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3DDE63E7-716F-5A86-3CA2-53ED26D0B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The End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4DF7CDE2-52A4-0609-38B9-C351F1764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endParaRPr lang="en-US" altLang="en-US" sz="4800">
              <a:latin typeface="Aptos" panose="020B0004020202020204" pitchFamily="34" charset="0"/>
            </a:endParaRPr>
          </a:p>
          <a:p>
            <a:pPr marL="0" indent="0" algn="ctr" eaLnBrk="1" hangingPunct="1">
              <a:buNone/>
            </a:pPr>
            <a:r>
              <a:rPr lang="en-US" altLang="en-US" sz="4800">
                <a:latin typeface="Aptos" panose="020B00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00016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B2DE326-59F2-4945-9535-0AF48B41A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Research Question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A869C384-EAEC-447D-BE1A-AEAD56949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587522"/>
            <a:ext cx="8374063" cy="423862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en-US">
                <a:latin typeface="Aptos" panose="020B0004020202020204" pitchFamily="34" charset="0"/>
              </a:rPr>
              <a:t>High-dimensional data often come in groups.</a:t>
            </a:r>
          </a:p>
        </p:txBody>
      </p:sp>
      <p:pic>
        <p:nvPicPr>
          <p:cNvPr id="3" name="Picture 2" descr="A collage of different colored buildings&#10;&#10;Description automatically generated">
            <a:extLst>
              <a:ext uri="{FF2B5EF4-FFF2-40B4-BE49-F238E27FC236}">
                <a16:creationId xmlns:a16="http://schemas.microsoft.com/office/drawing/2014/main" id="{D17A2F9D-AE92-439E-4AD6-46DD96FEE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05" y="1988830"/>
            <a:ext cx="7772400" cy="1769384"/>
          </a:xfrm>
          <a:prstGeom prst="rect">
            <a:avLst/>
          </a:prstGeom>
        </p:spPr>
      </p:pic>
      <p:pic>
        <p:nvPicPr>
          <p:cNvPr id="5" name="Picture 4" descr="A window with a door open&#10;&#10;Description automatically generated">
            <a:extLst>
              <a:ext uri="{FF2B5EF4-FFF2-40B4-BE49-F238E27FC236}">
                <a16:creationId xmlns:a16="http://schemas.microsoft.com/office/drawing/2014/main" id="{8E1AA788-DA78-34AF-8A2A-D0C1B63C0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71" y="4356383"/>
            <a:ext cx="952500" cy="9398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96FA3C11-B9CA-9811-594B-371809534090}"/>
              </a:ext>
            </a:extLst>
          </p:cNvPr>
          <p:cNvSpPr/>
          <p:nvPr/>
        </p:nvSpPr>
        <p:spPr>
          <a:xfrm>
            <a:off x="3066591" y="4568473"/>
            <a:ext cx="952500" cy="51561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network&#10;&#10;Description automatically generated">
            <a:extLst>
              <a:ext uri="{FF2B5EF4-FFF2-40B4-BE49-F238E27FC236}">
                <a16:creationId xmlns:a16="http://schemas.microsoft.com/office/drawing/2014/main" id="{6DCB800E-348F-73E4-C3E9-FB3913256B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917" y="4376833"/>
            <a:ext cx="852165" cy="898897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0478C8C0-6A7D-CA04-72E9-43E14301C21A}"/>
              </a:ext>
            </a:extLst>
          </p:cNvPr>
          <p:cNvSpPr/>
          <p:nvPr/>
        </p:nvSpPr>
        <p:spPr>
          <a:xfrm>
            <a:off x="5124908" y="4568473"/>
            <a:ext cx="952500" cy="51561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86A12-F997-603D-7B1D-968DAD3C7258}"/>
              </a:ext>
            </a:extLst>
          </p:cNvPr>
          <p:cNvSpPr txBox="1"/>
          <p:nvPr/>
        </p:nvSpPr>
        <p:spPr>
          <a:xfrm>
            <a:off x="6204234" y="4641615"/>
            <a:ext cx="1628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Paris? Prague?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DBEF4-725F-5F35-4941-64EDF63BD070}"/>
              </a:ext>
            </a:extLst>
          </p:cNvPr>
          <p:cNvSpPr txBox="1"/>
          <p:nvPr/>
        </p:nvSpPr>
        <p:spPr>
          <a:xfrm>
            <a:off x="384173" y="3763320"/>
            <a:ext cx="8374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eaLnBrk="1" hangingPunct="1">
              <a:buNone/>
            </a:pPr>
            <a:r>
              <a:rPr lang="en-US" altLang="en-US" sz="2000">
                <a:latin typeface="Aptos" panose="020B0004020202020204" pitchFamily="34" charset="0"/>
              </a:rPr>
              <a:t>But most Machine Learning methods only predict single datapoints.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A6A943-6914-F82A-9357-257314296CDB}"/>
              </a:ext>
            </a:extLst>
          </p:cNvPr>
          <p:cNvSpPr txBox="1"/>
          <p:nvPr/>
        </p:nvSpPr>
        <p:spPr>
          <a:xfrm>
            <a:off x="384173" y="5515347"/>
            <a:ext cx="8374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i="1">
                <a:latin typeface="Aptos" panose="020B0004020202020204" pitchFamily="34" charset="0"/>
              </a:rPr>
              <a:t>How can we aggregate information from a group of observations?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0664E4-12F6-F8F8-F66D-391E8951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A860F732-8152-2316-4BD0-22D42C6C4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Case 2: Style-Content Disentanglement (Approach)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58FC23E3-8D8F-14C3-65FE-C68194461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ptos" panose="020B000402020202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75085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1F8062-00E6-79F6-9C84-8EF48399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D6C30B-2BEF-F330-928F-2C8654801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>
              <a:latin typeface="Aptos Light" panose="020B0004020202020204" pitchFamily="34" charset="0"/>
            </a:endParaRPr>
          </a:p>
          <a:p>
            <a:pPr marL="0" indent="0">
              <a:buNone/>
            </a:pPr>
            <a:r>
              <a:rPr lang="en-US" sz="3200">
                <a:latin typeface="Aptos Light" panose="020B0004020202020204" pitchFamily="34" charset="0"/>
              </a:rPr>
              <a:t>Initial Problem: Style-Content Disentanglement</a:t>
            </a:r>
          </a:p>
          <a:p>
            <a:pPr marL="0" indent="0">
              <a:buNone/>
            </a:pPr>
            <a:endParaRPr lang="en-GB" sz="1800" b="1"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1800" b="1">
                <a:effectLst/>
                <a:latin typeface="Aptos" panose="020B0004020202020204" pitchFamily="34" charset="0"/>
              </a:rPr>
              <a:t>Dan Andrei Iliescu </a:t>
            </a:r>
            <a:r>
              <a:rPr lang="en-GB" sz="1800">
                <a:effectLst/>
                <a:latin typeface="Aptos" panose="020B0004020202020204" pitchFamily="34" charset="0"/>
              </a:rPr>
              <a:t>and Damon J </a:t>
            </a:r>
            <a:r>
              <a:rPr lang="en-GB" sz="1800" err="1">
                <a:effectLst/>
                <a:latin typeface="Aptos" panose="020B0004020202020204" pitchFamily="34" charset="0"/>
              </a:rPr>
              <a:t>Wischik</a:t>
            </a:r>
            <a:r>
              <a:rPr lang="en-GB" sz="1800">
                <a:effectLst/>
                <a:latin typeface="Aptos" panose="020B0004020202020204" pitchFamily="34" charset="0"/>
              </a:rPr>
              <a:t>. “Style-Content Disentanglement Under Conditional Shift”. In </a:t>
            </a:r>
            <a:r>
              <a:rPr lang="en-GB" sz="1800" i="1">
                <a:effectLst/>
                <a:latin typeface="Aptos" panose="020B0004020202020204" pitchFamily="34" charset="0"/>
              </a:rPr>
              <a:t>Data-Centric Machine Learning Workshop, International Conference on Learning Representations</a:t>
            </a:r>
            <a:r>
              <a:rPr lang="en-GB" sz="1800">
                <a:effectLst/>
                <a:latin typeface="Aptos" panose="020B0004020202020204" pitchFamily="34" charset="0"/>
              </a:rPr>
              <a:t>, 2024. </a:t>
            </a:r>
            <a:endParaRPr lang="en-GB" sz="180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4000">
              <a:latin typeface="Aptos Light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553260-82CA-1310-2C66-D83C4660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2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9CC68F-835B-057C-9FA1-97A4D747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5493856-051F-6A48-1AE9-34DABCF1B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Initial Problem: Style-Content Disentanglement (Problem)</a:t>
            </a:r>
          </a:p>
        </p:txBody>
      </p:sp>
      <p:pic>
        <p:nvPicPr>
          <p:cNvPr id="11" name="Content Placeholder 10" descr="A group of images of different colors&#10;&#10;Description automatically generated">
            <a:extLst>
              <a:ext uri="{FF2B5EF4-FFF2-40B4-BE49-F238E27FC236}">
                <a16:creationId xmlns:a16="http://schemas.microsoft.com/office/drawing/2014/main" id="{D3ECA460-8508-398D-8967-B9A5C65F6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610663"/>
            <a:ext cx="8374063" cy="2262148"/>
          </a:xfrm>
        </p:spPr>
      </p:pic>
    </p:spTree>
    <p:extLst>
      <p:ext uri="{BB962C8B-B14F-4D97-AF65-F5344CB8AC3E}">
        <p14:creationId xmlns:p14="http://schemas.microsoft.com/office/powerpoint/2010/main" val="2749594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C7CA28-1044-9C56-DAD7-1255B9BE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019AABE-C716-8EFD-EB22-BFE0D4882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Initial Problem: Style-Content Disentanglement (Insight)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C7F0BC-8AB9-6797-8FE8-1744B3FEC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06" y="1779587"/>
            <a:ext cx="8102600" cy="3924300"/>
          </a:xfrm>
        </p:spPr>
      </p:pic>
    </p:spTree>
    <p:extLst>
      <p:ext uri="{BB962C8B-B14F-4D97-AF65-F5344CB8AC3E}">
        <p14:creationId xmlns:p14="http://schemas.microsoft.com/office/powerpoint/2010/main" val="1697403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ED85D1-B958-A6C9-AED0-9CB5551C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A7E8EBE1-CF3F-2A54-637A-32F4C89DB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Initial Problem: Style-Content Disentanglement (Results)</a:t>
            </a:r>
          </a:p>
        </p:txBody>
      </p:sp>
      <p:pic>
        <p:nvPicPr>
          <p:cNvPr id="4" name="Content Placeholder 3" descr="A diagram of a test score&#10;&#10;Description automatically generated">
            <a:extLst>
              <a:ext uri="{FF2B5EF4-FFF2-40B4-BE49-F238E27FC236}">
                <a16:creationId xmlns:a16="http://schemas.microsoft.com/office/drawing/2014/main" id="{B79B2887-F4C3-10F5-3C9B-8A4201A73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038947"/>
            <a:ext cx="8374063" cy="3405580"/>
          </a:xfrm>
        </p:spPr>
      </p:pic>
    </p:spTree>
    <p:extLst>
      <p:ext uri="{BB962C8B-B14F-4D97-AF65-F5344CB8AC3E}">
        <p14:creationId xmlns:p14="http://schemas.microsoft.com/office/powerpoint/2010/main" val="276526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78BF29-8C58-F5D2-8614-56B56483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F65A0-C1AA-039A-8424-9C7C71782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>
              <a:latin typeface="Aptos Light" panose="020B0004020202020204" pitchFamily="34" charset="0"/>
            </a:endParaRPr>
          </a:p>
          <a:p>
            <a:pPr marL="0" indent="0">
              <a:buNone/>
            </a:pPr>
            <a:r>
              <a:rPr lang="en-US" sz="3200">
                <a:latin typeface="Aptos Light" panose="020B0004020202020204" pitchFamily="34" charset="0"/>
              </a:rPr>
              <a:t>Lateral Move: Missing Data Imputation</a:t>
            </a:r>
          </a:p>
          <a:p>
            <a:pPr marL="0" indent="0">
              <a:buNone/>
            </a:pPr>
            <a:endParaRPr lang="en-GB" sz="1800" b="1"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1800" b="1">
                <a:effectLst/>
                <a:latin typeface="Aptos" panose="020B0004020202020204" pitchFamily="34" charset="0"/>
              </a:rPr>
              <a:t>Dan Andrei Iliescu</a:t>
            </a:r>
            <a:r>
              <a:rPr lang="en-GB" sz="1800">
                <a:effectLst/>
                <a:latin typeface="Aptos" panose="020B0004020202020204" pitchFamily="34" charset="0"/>
              </a:rPr>
              <a:t>, Devang S Ram Mohan, Tian Huey </a:t>
            </a:r>
            <a:r>
              <a:rPr lang="en-GB" sz="1800" err="1">
                <a:effectLst/>
                <a:latin typeface="Aptos" panose="020B0004020202020204" pitchFamily="34" charset="0"/>
              </a:rPr>
              <a:t>Teh</a:t>
            </a:r>
            <a:r>
              <a:rPr lang="en-GB" sz="1800">
                <a:effectLst/>
                <a:latin typeface="Aptos" panose="020B0004020202020204" pitchFamily="34" charset="0"/>
              </a:rPr>
              <a:t>, and Zack Hodari. “Controllable Prosody Generation With Partial Inputs”. In </a:t>
            </a:r>
            <a:r>
              <a:rPr lang="en-GB" sz="1800" i="1">
                <a:effectLst/>
                <a:latin typeface="Aptos" panose="020B0004020202020204" pitchFamily="34" charset="0"/>
              </a:rPr>
              <a:t>Proceedings of IEEE International Conference on Acoustics, Speech and Signal Processing (ICASSP)</a:t>
            </a:r>
            <a:r>
              <a:rPr lang="en-GB" sz="1800">
                <a:effectLst/>
                <a:latin typeface="Aptos" panose="020B0004020202020204" pitchFamily="34" charset="0"/>
              </a:rPr>
              <a:t>, 2024. </a:t>
            </a:r>
            <a:endParaRPr lang="en-GB" sz="180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4000">
              <a:latin typeface="Aptos Light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704CA7-9D84-3C49-9031-05F10EFF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2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A57E2C-C44B-3073-C7E8-4E4A6BA7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0412B39-EA35-5326-1AB0-1E920C7E9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Lateral Move: Missing Data Imputation (Problem)</a:t>
            </a:r>
          </a:p>
        </p:txBody>
      </p:sp>
      <p:pic>
        <p:nvPicPr>
          <p:cNvPr id="4" name="Content Placeholder 3" descr="A diagram of a algorithm&#10;&#10;Description automatically generated">
            <a:extLst>
              <a:ext uri="{FF2B5EF4-FFF2-40B4-BE49-F238E27FC236}">
                <a16:creationId xmlns:a16="http://schemas.microsoft.com/office/drawing/2014/main" id="{0AC0D61D-B9ED-D323-E6C9-6F7A0B634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2372819"/>
            <a:ext cx="8374063" cy="2737836"/>
          </a:xfrm>
        </p:spPr>
      </p:pic>
    </p:spTree>
    <p:extLst>
      <p:ext uri="{BB962C8B-B14F-4D97-AF65-F5344CB8AC3E}">
        <p14:creationId xmlns:p14="http://schemas.microsoft.com/office/powerpoint/2010/main" val="3209762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4E7BAC-8497-35D8-CCD7-C9B21DC6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09E9630A-8707-08E9-DA9F-475E0292C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Lateral Move: Missing Data Imputation (Insight)</a:t>
            </a:r>
          </a:p>
        </p:txBody>
      </p:sp>
      <p:pic>
        <p:nvPicPr>
          <p:cNvPr id="4" name="Content Placeholder 3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BEF373CC-37DE-DC21-7EBE-2CA1DADE1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3134359"/>
            <a:ext cx="8374063" cy="1214756"/>
          </a:xfrm>
        </p:spPr>
      </p:pic>
    </p:spTree>
    <p:extLst>
      <p:ext uri="{BB962C8B-B14F-4D97-AF65-F5344CB8AC3E}">
        <p14:creationId xmlns:p14="http://schemas.microsoft.com/office/powerpoint/2010/main" val="1032313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2EBE14-81DD-A09E-FD29-929956CB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9D4701E1-B106-CB22-6BE7-25C47CE26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>
                <a:latin typeface="Aptos Light" panose="020B0004020202020204" pitchFamily="34" charset="0"/>
              </a:rPr>
              <a:t>Lateral Move: Missing Data Imputation (Results)</a:t>
            </a:r>
          </a:p>
        </p:txBody>
      </p:sp>
      <p:pic>
        <p:nvPicPr>
          <p:cNvPr id="4" name="Content Placeholder 3" descr="A graph of different colored rectangular shapes&#10;&#10;Description automatically generated with medium confidence">
            <a:extLst>
              <a:ext uri="{FF2B5EF4-FFF2-40B4-BE49-F238E27FC236}">
                <a16:creationId xmlns:a16="http://schemas.microsoft.com/office/drawing/2014/main" id="{B1B858AA-E083-DE69-BFCC-6EB39116C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924" y="1708150"/>
            <a:ext cx="5722564" cy="4067175"/>
          </a:xfrm>
        </p:spPr>
      </p:pic>
    </p:spTree>
    <p:extLst>
      <p:ext uri="{BB962C8B-B14F-4D97-AF65-F5344CB8AC3E}">
        <p14:creationId xmlns:p14="http://schemas.microsoft.com/office/powerpoint/2010/main" val="20179856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3E72"/>
      </a:dk1>
      <a:lt1>
        <a:srgbClr val="FFFFFF"/>
      </a:lt1>
      <a:dk2>
        <a:srgbClr val="FFFFFF"/>
      </a:dk2>
      <a:lt2>
        <a:srgbClr val="00B3BE"/>
      </a:lt2>
      <a:accent1>
        <a:srgbClr val="0073CF"/>
      </a:accent1>
      <a:accent2>
        <a:srgbClr val="E37222"/>
      </a:accent2>
      <a:accent3>
        <a:srgbClr val="FFFFFF"/>
      </a:accent3>
      <a:accent4>
        <a:srgbClr val="003460"/>
      </a:accent4>
      <a:accent5>
        <a:srgbClr val="AABCE4"/>
      </a:accent5>
      <a:accent6>
        <a:srgbClr val="CE671E"/>
      </a:accent6>
      <a:hlink>
        <a:srgbClr val="58A618"/>
      </a:hlink>
      <a:folHlink>
        <a:srgbClr val="8E258D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3E72"/>
        </a:dk1>
        <a:lt1>
          <a:srgbClr val="FFFFFF"/>
        </a:lt1>
        <a:dk2>
          <a:srgbClr val="FFFFFF"/>
        </a:dk2>
        <a:lt2>
          <a:srgbClr val="00B3BE"/>
        </a:lt2>
        <a:accent1>
          <a:srgbClr val="0073CF"/>
        </a:accent1>
        <a:accent2>
          <a:srgbClr val="E37222"/>
        </a:accent2>
        <a:accent3>
          <a:srgbClr val="FFFFFF"/>
        </a:accent3>
        <a:accent4>
          <a:srgbClr val="003460"/>
        </a:accent4>
        <a:accent5>
          <a:srgbClr val="AABCE4"/>
        </a:accent5>
        <a:accent6>
          <a:srgbClr val="CE671E"/>
        </a:accent6>
        <a:hlink>
          <a:srgbClr val="58A618"/>
        </a:hlink>
        <a:folHlink>
          <a:srgbClr val="8E25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3E72"/>
        </a:dk1>
        <a:lt1>
          <a:srgbClr val="FFFFFF"/>
        </a:lt1>
        <a:dk2>
          <a:srgbClr val="FFFFFF"/>
        </a:dk2>
        <a:lt2>
          <a:srgbClr val="83AFB4"/>
        </a:lt2>
        <a:accent1>
          <a:srgbClr val="6AADE4"/>
        </a:accent1>
        <a:accent2>
          <a:srgbClr val="EFBD47"/>
        </a:accent2>
        <a:accent3>
          <a:srgbClr val="FFFFFF"/>
        </a:accent3>
        <a:accent4>
          <a:srgbClr val="003460"/>
        </a:accent4>
        <a:accent5>
          <a:srgbClr val="B9D3EF"/>
        </a:accent5>
        <a:accent6>
          <a:srgbClr val="D9AB3F"/>
        </a:accent6>
        <a:hlink>
          <a:srgbClr val="A8B400"/>
        </a:hlink>
        <a:folHlink>
          <a:srgbClr val="6A40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3E72"/>
        </a:dk1>
        <a:lt1>
          <a:srgbClr val="FFFFFF"/>
        </a:lt1>
        <a:dk2>
          <a:srgbClr val="FFFFFF"/>
        </a:dk2>
        <a:lt2>
          <a:srgbClr val="156570"/>
        </a:lt2>
        <a:accent1>
          <a:srgbClr val="003E72"/>
        </a:accent1>
        <a:accent2>
          <a:srgbClr val="C84E00"/>
        </a:accent2>
        <a:accent3>
          <a:srgbClr val="FFFFFF"/>
        </a:accent3>
        <a:accent4>
          <a:srgbClr val="003460"/>
        </a:accent4>
        <a:accent5>
          <a:srgbClr val="AAAFBC"/>
        </a:accent5>
        <a:accent6>
          <a:srgbClr val="B54600"/>
        </a:accent6>
        <a:hlink>
          <a:srgbClr val="435125"/>
        </a:hlink>
        <a:folHlink>
          <a:srgbClr val="412D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1587</Words>
  <Application>Microsoft Office PowerPoint</Application>
  <PresentationFormat>On-screen Show (4:3)</PresentationFormat>
  <Paragraphs>219</Paragraphs>
  <Slides>26</Slides>
  <Notes>17</Notes>
  <HiddenSlides>10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Light</vt:lpstr>
      <vt:lpstr>Arial</vt:lpstr>
      <vt:lpstr>blank</vt:lpstr>
      <vt:lpstr>Deep Learning for Grouped Data</vt:lpstr>
      <vt:lpstr>It started in 2018</vt:lpstr>
      <vt:lpstr>Combining 2D Views Into a 3D Scene</vt:lpstr>
      <vt:lpstr>Theoretical Solution: Bayesian Accumulation</vt:lpstr>
      <vt:lpstr>However…</vt:lpstr>
      <vt:lpstr>My PhD</vt:lpstr>
      <vt:lpstr>This Presentation</vt:lpstr>
      <vt:lpstr>My Approach: The Group-Instance Model</vt:lpstr>
      <vt:lpstr>Problems and Insights</vt:lpstr>
      <vt:lpstr>PowerPoint Presentation</vt:lpstr>
      <vt:lpstr>Causal Predictors are guaranteed to be robust</vt:lpstr>
      <vt:lpstr>But Causal Predictors cannot use symptoms</vt:lpstr>
      <vt:lpstr>Group Predictors can use symptoms (safely)</vt:lpstr>
      <vt:lpstr>Group Predictors outperform Causal Predictors</vt:lpstr>
      <vt:lpstr>Summary</vt:lpstr>
      <vt:lpstr>The End</vt:lpstr>
      <vt:lpstr>Research Question</vt:lpstr>
      <vt:lpstr>Case 2: Style-Content Disentanglement (Approach)</vt:lpstr>
      <vt:lpstr>PowerPoint Presentation</vt:lpstr>
      <vt:lpstr>Initial Problem: Style-Content Disentanglement (Problem)</vt:lpstr>
      <vt:lpstr>Initial Problem: Style-Content Disentanglement (Insight)</vt:lpstr>
      <vt:lpstr>Initial Problem: Style-Content Disentanglement (Results)</vt:lpstr>
      <vt:lpstr>PowerPoint Presentation</vt:lpstr>
      <vt:lpstr>Lateral Move: Missing Data Imputation (Problem)</vt:lpstr>
      <vt:lpstr>Lateral Move: Missing Data Imputation (Insight)</vt:lpstr>
      <vt:lpstr>Lateral Move: Missing Data Imputation (Results)</vt:lpstr>
    </vt:vector>
  </TitlesOfParts>
  <Company>..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..</dc:creator>
  <cp:lastModifiedBy>Andrei iliescu</cp:lastModifiedBy>
  <cp:revision>1</cp:revision>
  <cp:lastPrinted>1601-01-01T00:00:00Z</cp:lastPrinted>
  <dcterms:created xsi:type="dcterms:W3CDTF">2008-03-27T10:29:55Z</dcterms:created>
  <dcterms:modified xsi:type="dcterms:W3CDTF">2024-11-27T14:24:42Z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